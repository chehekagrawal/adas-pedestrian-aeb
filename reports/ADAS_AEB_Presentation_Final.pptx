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4"/>
  </p:notesMasterIdLst>
  <p:sldIdLst>
    <p:sldId id="262" r:id="rId2"/>
    <p:sldId id="270" r:id="rId3"/>
    <p:sldId id="280" r:id="rId4"/>
    <p:sldId id="281" r:id="rId6"/>
    <p:sldId id="282" r:id="rId7"/>
    <p:sldId id="271" r:id="rId8"/>
    <p:sldId id="276" r:id="rId9"/>
    <p:sldId id="277" r:id="rId10"/>
    <p:sldId id="279" r:id="rId12"/>
    <p:sldId id="266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FF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68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112D9E-60EA-4FDC-AF3B-11FB596545CB}" type="doc">
      <dgm:prSet loTypeId="urn:microsoft.com/office/officeart/2008/layout/VerticalAccent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27EB002E-AC7D-4058-8803-101DC2C7E926}">
      <dgm:prSet phldrT="[Text]"/>
      <dgm:spPr/>
      <dgm:t>
        <a:bodyPr/>
        <a:lstStyle/>
        <a:p>
          <a:r>
            <a:rPr lang="en-US" dirty="0"/>
            <a:t>&lt;&lt;Name1&gt;&gt;</a:t>
          </a:r>
        </a:p>
      </dgm:t>
    </dgm:pt>
    <dgm:pt modelId="{084D6E64-C450-458D-987B-0C44CB24D276}" type="parTrans" cxnId="{C498BA96-6867-4CE1-AC2F-0170DC77C55E}">
      <dgm:prSet/>
      <dgm:spPr/>
      <dgm:t>
        <a:bodyPr/>
        <a:lstStyle/>
        <a:p>
          <a:endParaRPr lang="en-US"/>
        </a:p>
      </dgm:t>
    </dgm:pt>
    <dgm:pt modelId="{1E9337F0-CD7E-4F94-AFBD-748BF61FB606}" type="sibTrans" cxnId="{C498BA96-6867-4CE1-AC2F-0170DC77C55E}">
      <dgm:prSet/>
      <dgm:spPr/>
      <dgm:t>
        <a:bodyPr/>
        <a:lstStyle/>
        <a:p>
          <a:endParaRPr lang="en-US"/>
        </a:p>
      </dgm:t>
    </dgm:pt>
    <dgm:pt modelId="{D6544EBE-BFEE-459E-96D0-C79FD0024BEE}">
      <dgm:prSet phldrT="[Text]"/>
      <dgm:spPr/>
      <dgm:t>
        <a:bodyPr/>
        <a:lstStyle/>
        <a:p>
          <a:r>
            <a:rPr lang="en-US" dirty="0"/>
            <a:t>Task assigned</a:t>
          </a:r>
        </a:p>
      </dgm:t>
    </dgm:pt>
    <dgm:pt modelId="{BB88B8F6-34D1-4FAF-9559-80B6A2C1C1B3}" type="parTrans" cxnId="{F58A44BE-33F6-4C46-911B-00BF44C4F684}">
      <dgm:prSet/>
      <dgm:spPr/>
      <dgm:t>
        <a:bodyPr/>
        <a:lstStyle/>
        <a:p>
          <a:endParaRPr lang="en-US"/>
        </a:p>
      </dgm:t>
    </dgm:pt>
    <dgm:pt modelId="{0FEE16D3-7EB1-44F7-A12D-34B66D1F2223}" type="sibTrans" cxnId="{F58A44BE-33F6-4C46-911B-00BF44C4F684}">
      <dgm:prSet/>
      <dgm:spPr/>
      <dgm:t>
        <a:bodyPr/>
        <a:lstStyle/>
        <a:p>
          <a:endParaRPr lang="en-US"/>
        </a:p>
      </dgm:t>
    </dgm:pt>
    <dgm:pt modelId="{6D7C2E22-816E-48EC-AC24-6F21800F4754}">
      <dgm:prSet phldrT="[Text]"/>
      <dgm:spPr/>
      <dgm:t>
        <a:bodyPr/>
        <a:lstStyle/>
        <a:p>
          <a:r>
            <a:rPr lang="en-US" dirty="0"/>
            <a:t>&lt;&lt;Name2&gt;&gt;</a:t>
          </a:r>
        </a:p>
      </dgm:t>
    </dgm:pt>
    <dgm:pt modelId="{11EB729E-79CC-42FE-8766-C1A3E3C9CB48}" type="parTrans" cxnId="{97F390E3-5D55-469B-8A62-834E088CE875}">
      <dgm:prSet/>
      <dgm:spPr/>
      <dgm:t>
        <a:bodyPr/>
        <a:lstStyle/>
        <a:p>
          <a:endParaRPr lang="en-US"/>
        </a:p>
      </dgm:t>
    </dgm:pt>
    <dgm:pt modelId="{45BFB35C-09AC-4C10-AEC0-CBEB9BADE09A}" type="sibTrans" cxnId="{97F390E3-5D55-469B-8A62-834E088CE875}">
      <dgm:prSet/>
      <dgm:spPr/>
      <dgm:t>
        <a:bodyPr/>
        <a:lstStyle/>
        <a:p>
          <a:endParaRPr lang="en-US"/>
        </a:p>
      </dgm:t>
    </dgm:pt>
    <dgm:pt modelId="{759C5A7F-E4EA-4AB9-8308-8C09BBD4AE20}">
      <dgm:prSet phldrT="[Text]"/>
      <dgm:spPr/>
      <dgm:t>
        <a:bodyPr/>
        <a:lstStyle/>
        <a:p>
          <a:r>
            <a:rPr lang="en-US" dirty="0"/>
            <a:t>Task Assigned</a:t>
          </a:r>
        </a:p>
      </dgm:t>
    </dgm:pt>
    <dgm:pt modelId="{BB581E10-2EFA-46C4-8225-925C05773E69}" type="parTrans" cxnId="{2839EE3A-EE69-4A77-B048-16B88683141B}">
      <dgm:prSet/>
      <dgm:spPr/>
      <dgm:t>
        <a:bodyPr/>
        <a:lstStyle/>
        <a:p>
          <a:endParaRPr lang="en-US"/>
        </a:p>
      </dgm:t>
    </dgm:pt>
    <dgm:pt modelId="{DA1F2AF9-806F-4F3C-B693-D0C7D1F275AB}" type="sibTrans" cxnId="{2839EE3A-EE69-4A77-B048-16B88683141B}">
      <dgm:prSet/>
      <dgm:spPr/>
      <dgm:t>
        <a:bodyPr/>
        <a:lstStyle/>
        <a:p>
          <a:endParaRPr lang="en-US"/>
        </a:p>
      </dgm:t>
    </dgm:pt>
    <dgm:pt modelId="{AAA4C6B9-20AB-4386-8B81-C7E6FF243CAF}">
      <dgm:prSet phldrT="[Text]"/>
      <dgm:spPr/>
      <dgm:t>
        <a:bodyPr/>
        <a:lstStyle/>
        <a:p>
          <a:r>
            <a:rPr lang="en-US" dirty="0"/>
            <a:t>&lt;&lt;Name3&gt;&gt;</a:t>
          </a:r>
        </a:p>
      </dgm:t>
    </dgm:pt>
    <dgm:pt modelId="{2973E659-3F9B-47B6-92B7-533563F1BD31}" type="parTrans" cxnId="{1390B841-F06D-449D-835B-486D1573B48A}">
      <dgm:prSet/>
      <dgm:spPr/>
      <dgm:t>
        <a:bodyPr/>
        <a:lstStyle/>
        <a:p>
          <a:endParaRPr lang="en-US"/>
        </a:p>
      </dgm:t>
    </dgm:pt>
    <dgm:pt modelId="{9F216C67-6872-4740-9522-F9690CA99308}" type="sibTrans" cxnId="{1390B841-F06D-449D-835B-486D1573B48A}">
      <dgm:prSet/>
      <dgm:spPr/>
      <dgm:t>
        <a:bodyPr/>
        <a:lstStyle/>
        <a:p>
          <a:endParaRPr lang="en-US"/>
        </a:p>
      </dgm:t>
    </dgm:pt>
    <dgm:pt modelId="{AF340815-72E5-43F5-A65F-EBA34BF932FA}">
      <dgm:prSet phldrT="[Text]"/>
      <dgm:spPr/>
      <dgm:t>
        <a:bodyPr/>
        <a:lstStyle/>
        <a:p>
          <a:r>
            <a:rPr lang="en-US" dirty="0"/>
            <a:t>Task Assigned</a:t>
          </a:r>
        </a:p>
      </dgm:t>
    </dgm:pt>
    <dgm:pt modelId="{5BD4470C-CB7C-428D-927F-84EF5B3C710E}" type="parTrans" cxnId="{A778039A-63A5-4139-B782-97CAE6F7B80D}">
      <dgm:prSet/>
      <dgm:spPr/>
      <dgm:t>
        <a:bodyPr/>
        <a:lstStyle/>
        <a:p>
          <a:endParaRPr lang="en-US"/>
        </a:p>
      </dgm:t>
    </dgm:pt>
    <dgm:pt modelId="{74CE9F01-1E44-4A6F-8B32-5739B094E55D}" type="sibTrans" cxnId="{A778039A-63A5-4139-B782-97CAE6F7B80D}">
      <dgm:prSet/>
      <dgm:spPr/>
      <dgm:t>
        <a:bodyPr/>
        <a:lstStyle/>
        <a:p>
          <a:endParaRPr lang="en-US"/>
        </a:p>
      </dgm:t>
    </dgm:pt>
    <dgm:pt modelId="{7D6121D0-9BC3-4DA0-AE88-255F06EECD2B}">
      <dgm:prSet phldrT="[Text]"/>
      <dgm:spPr/>
      <dgm:t>
        <a:bodyPr/>
        <a:lstStyle/>
        <a:p>
          <a:r>
            <a:rPr lang="en-US" dirty="0"/>
            <a:t>&lt;&lt;Name4&gt;&gt;</a:t>
          </a:r>
        </a:p>
      </dgm:t>
    </dgm:pt>
    <dgm:pt modelId="{5F29CE73-3DA7-42EF-94A7-E51FB0E3EB10}" type="parTrans" cxnId="{BCF8456B-C21A-47A7-9EE3-DD594F5626C6}">
      <dgm:prSet/>
      <dgm:spPr/>
      <dgm:t>
        <a:bodyPr/>
        <a:lstStyle/>
        <a:p>
          <a:endParaRPr lang="en-US"/>
        </a:p>
      </dgm:t>
    </dgm:pt>
    <dgm:pt modelId="{25B3AB4E-FB04-4D05-9B32-26A4715CF4F5}" type="sibTrans" cxnId="{BCF8456B-C21A-47A7-9EE3-DD594F5626C6}">
      <dgm:prSet/>
      <dgm:spPr/>
      <dgm:t>
        <a:bodyPr/>
        <a:lstStyle/>
        <a:p>
          <a:endParaRPr lang="en-US"/>
        </a:p>
      </dgm:t>
    </dgm:pt>
    <dgm:pt modelId="{FBD78A41-8951-45EE-83E0-EC4E7AF15AEF}">
      <dgm:prSet phldrT="[Text]"/>
      <dgm:spPr/>
      <dgm:t>
        <a:bodyPr/>
        <a:lstStyle/>
        <a:p>
          <a:r>
            <a:rPr lang="en-US" dirty="0"/>
            <a:t>Task assigned</a:t>
          </a:r>
        </a:p>
      </dgm:t>
    </dgm:pt>
    <dgm:pt modelId="{3F9D66E9-2D2F-423B-BD14-1AC4DAC015E5}" type="parTrans" cxnId="{7DA0E818-B9DB-4626-A549-0C8BC8BFFFD2}">
      <dgm:prSet/>
      <dgm:spPr/>
      <dgm:t>
        <a:bodyPr/>
        <a:lstStyle/>
        <a:p>
          <a:endParaRPr lang="en-US"/>
        </a:p>
      </dgm:t>
    </dgm:pt>
    <dgm:pt modelId="{ADA4395E-2396-43B4-B959-2691D6A04B31}" type="sibTrans" cxnId="{7DA0E818-B9DB-4626-A549-0C8BC8BFFFD2}">
      <dgm:prSet/>
      <dgm:spPr/>
      <dgm:t>
        <a:bodyPr/>
        <a:lstStyle/>
        <a:p>
          <a:endParaRPr lang="en-US"/>
        </a:p>
      </dgm:t>
    </dgm:pt>
    <dgm:pt modelId="{0EF510E2-A21C-45DA-B08F-4AE8ED6109BE}">
      <dgm:prSet phldrT="[Text]"/>
      <dgm:spPr/>
      <dgm:t>
        <a:bodyPr/>
        <a:lstStyle/>
        <a:p>
          <a:r>
            <a:rPr lang="en-US" dirty="0"/>
            <a:t>&lt;&lt;Name5&gt;&gt;</a:t>
          </a:r>
        </a:p>
      </dgm:t>
    </dgm:pt>
    <dgm:pt modelId="{267ECF1C-2767-4F92-B49A-A7F56E9B45BF}" type="parTrans" cxnId="{E808C3D6-2F1D-48F5-8473-FF57E28A6FC2}">
      <dgm:prSet/>
      <dgm:spPr/>
      <dgm:t>
        <a:bodyPr/>
        <a:lstStyle/>
        <a:p>
          <a:endParaRPr lang="en-US"/>
        </a:p>
      </dgm:t>
    </dgm:pt>
    <dgm:pt modelId="{0319A969-D3A9-4E6A-BA0A-EFBD7C18F0BE}" type="sibTrans" cxnId="{E808C3D6-2F1D-48F5-8473-FF57E28A6FC2}">
      <dgm:prSet/>
      <dgm:spPr/>
      <dgm:t>
        <a:bodyPr/>
        <a:lstStyle/>
        <a:p>
          <a:endParaRPr lang="en-US"/>
        </a:p>
      </dgm:t>
    </dgm:pt>
    <dgm:pt modelId="{9EB716A8-8FAA-4F6F-81BD-258C43A1154E}">
      <dgm:prSet phldrT="[Text]"/>
      <dgm:spPr/>
      <dgm:t>
        <a:bodyPr/>
        <a:lstStyle/>
        <a:p>
          <a:r>
            <a:rPr lang="en-US" dirty="0"/>
            <a:t>Task assigned</a:t>
          </a:r>
        </a:p>
      </dgm:t>
    </dgm:pt>
    <dgm:pt modelId="{FC946DC9-A089-4146-A467-2171F588A2CB}" type="parTrans" cxnId="{5293F420-EABB-4035-A3FE-7199AA091C83}">
      <dgm:prSet/>
      <dgm:spPr/>
      <dgm:t>
        <a:bodyPr/>
        <a:lstStyle/>
        <a:p>
          <a:endParaRPr lang="en-US"/>
        </a:p>
      </dgm:t>
    </dgm:pt>
    <dgm:pt modelId="{DDFF4CBC-C26A-4BF4-A967-814BFA63435C}" type="sibTrans" cxnId="{5293F420-EABB-4035-A3FE-7199AA091C83}">
      <dgm:prSet/>
      <dgm:spPr/>
      <dgm:t>
        <a:bodyPr/>
        <a:lstStyle/>
        <a:p>
          <a:endParaRPr lang="en-US"/>
        </a:p>
      </dgm:t>
    </dgm:pt>
    <dgm:pt modelId="{A901B210-9D0A-444A-87CC-E50F908767D3}">
      <dgm:prSet phldrT="[Text]"/>
      <dgm:spPr/>
      <dgm:t>
        <a:bodyPr/>
        <a:lstStyle/>
        <a:p>
          <a:r>
            <a:rPr lang="en-US" dirty="0"/>
            <a:t>&lt;&lt;Name6&gt;&gt;</a:t>
          </a:r>
        </a:p>
      </dgm:t>
    </dgm:pt>
    <dgm:pt modelId="{2094566E-F9DA-408E-885A-45497728C324}" type="parTrans" cxnId="{9F156871-A305-47B9-8BFC-68748F63A31E}">
      <dgm:prSet/>
      <dgm:spPr/>
      <dgm:t>
        <a:bodyPr/>
        <a:lstStyle/>
        <a:p>
          <a:endParaRPr lang="en-US"/>
        </a:p>
      </dgm:t>
    </dgm:pt>
    <dgm:pt modelId="{4F1F4C20-34F5-4F14-8B18-94E7A2898593}" type="sibTrans" cxnId="{9F156871-A305-47B9-8BFC-68748F63A31E}">
      <dgm:prSet/>
      <dgm:spPr/>
      <dgm:t>
        <a:bodyPr/>
        <a:lstStyle/>
        <a:p>
          <a:endParaRPr lang="en-US"/>
        </a:p>
      </dgm:t>
    </dgm:pt>
    <dgm:pt modelId="{BF9A8CB8-4263-4958-B48E-190C1EB58C5A}">
      <dgm:prSet phldrT="[Text]"/>
      <dgm:spPr/>
      <dgm:t>
        <a:bodyPr/>
        <a:lstStyle/>
        <a:p>
          <a:r>
            <a:rPr lang="en-US" dirty="0"/>
            <a:t>Task assigned</a:t>
          </a:r>
        </a:p>
      </dgm:t>
    </dgm:pt>
    <dgm:pt modelId="{3CDEEBC0-6A8B-441F-8F2D-2586C4EEE4BE}" type="parTrans" cxnId="{7C4EFA24-3DEA-46BE-878F-DC8B84CB511C}">
      <dgm:prSet/>
      <dgm:spPr/>
      <dgm:t>
        <a:bodyPr/>
        <a:lstStyle/>
        <a:p>
          <a:endParaRPr lang="en-US"/>
        </a:p>
      </dgm:t>
    </dgm:pt>
    <dgm:pt modelId="{8000A531-0292-48EF-BDDF-6846B4F32DB6}" type="sibTrans" cxnId="{7C4EFA24-3DEA-46BE-878F-DC8B84CB511C}">
      <dgm:prSet/>
      <dgm:spPr/>
      <dgm:t>
        <a:bodyPr/>
        <a:lstStyle/>
        <a:p>
          <a:endParaRPr lang="en-US"/>
        </a:p>
      </dgm:t>
    </dgm:pt>
    <dgm:pt modelId="{656649B5-DE5C-4B15-9F49-2F7D51AEBFD4}" type="pres">
      <dgm:prSet presAssocID="{76112D9E-60EA-4FDC-AF3B-11FB596545CB}" presName="Name0" presStyleCnt="0">
        <dgm:presLayoutVars>
          <dgm:chMax/>
          <dgm:chPref/>
          <dgm:dir/>
        </dgm:presLayoutVars>
      </dgm:prSet>
      <dgm:spPr/>
    </dgm:pt>
    <dgm:pt modelId="{3F8F5967-D3FD-4D46-A2C2-575762C7D85C}" type="pres">
      <dgm:prSet presAssocID="{27EB002E-AC7D-4058-8803-101DC2C7E926}" presName="parenttextcomposite" presStyleCnt="0"/>
      <dgm:spPr/>
    </dgm:pt>
    <dgm:pt modelId="{0B1D1815-9201-4A6E-9664-330CF7ACB304}" type="pres">
      <dgm:prSet presAssocID="{27EB002E-AC7D-4058-8803-101DC2C7E926}" presName="parenttext" presStyleLbl="revTx" presStyleIdx="0" presStyleCnt="6">
        <dgm:presLayoutVars>
          <dgm:chMax/>
          <dgm:chPref val="2"/>
          <dgm:bulletEnabled val="1"/>
        </dgm:presLayoutVars>
      </dgm:prSet>
      <dgm:spPr/>
    </dgm:pt>
    <dgm:pt modelId="{76EAACBB-413E-4639-A835-4C3A047DCAA9}" type="pres">
      <dgm:prSet presAssocID="{27EB002E-AC7D-4058-8803-101DC2C7E926}" presName="composite" presStyleCnt="0"/>
      <dgm:spPr/>
    </dgm:pt>
    <dgm:pt modelId="{04BF8438-6FBF-43C7-9C38-63E1F1546BAB}" type="pres">
      <dgm:prSet presAssocID="{27EB002E-AC7D-4058-8803-101DC2C7E926}" presName="chevron1" presStyleLbl="alignNode1" presStyleIdx="0" presStyleCnt="42"/>
      <dgm:spPr/>
    </dgm:pt>
    <dgm:pt modelId="{A0CCAC88-7039-43D1-A77B-7C9EC3656BCF}" type="pres">
      <dgm:prSet presAssocID="{27EB002E-AC7D-4058-8803-101DC2C7E926}" presName="chevron2" presStyleLbl="alignNode1" presStyleIdx="1" presStyleCnt="42"/>
      <dgm:spPr/>
    </dgm:pt>
    <dgm:pt modelId="{D8E12E1D-9842-4A96-BE93-8C5EC36F76D0}" type="pres">
      <dgm:prSet presAssocID="{27EB002E-AC7D-4058-8803-101DC2C7E926}" presName="chevron3" presStyleLbl="alignNode1" presStyleIdx="2" presStyleCnt="42"/>
      <dgm:spPr/>
    </dgm:pt>
    <dgm:pt modelId="{05D8F1CE-F572-4205-8E7E-1C4F710EE61D}" type="pres">
      <dgm:prSet presAssocID="{27EB002E-AC7D-4058-8803-101DC2C7E926}" presName="chevron4" presStyleLbl="alignNode1" presStyleIdx="3" presStyleCnt="42"/>
      <dgm:spPr/>
    </dgm:pt>
    <dgm:pt modelId="{C26B96C8-757D-4F84-BDCB-1641682FAA5D}" type="pres">
      <dgm:prSet presAssocID="{27EB002E-AC7D-4058-8803-101DC2C7E926}" presName="chevron5" presStyleLbl="alignNode1" presStyleIdx="4" presStyleCnt="42"/>
      <dgm:spPr/>
    </dgm:pt>
    <dgm:pt modelId="{0C418A4F-DE16-4843-ACF2-D1B5BEE0D28E}" type="pres">
      <dgm:prSet presAssocID="{27EB002E-AC7D-4058-8803-101DC2C7E926}" presName="chevron6" presStyleLbl="alignNode1" presStyleIdx="5" presStyleCnt="42"/>
      <dgm:spPr/>
    </dgm:pt>
    <dgm:pt modelId="{995A2E4C-5194-466B-9FC8-0132AF17C67C}" type="pres">
      <dgm:prSet presAssocID="{27EB002E-AC7D-4058-8803-101DC2C7E926}" presName="chevron7" presStyleLbl="alignNode1" presStyleIdx="6" presStyleCnt="42"/>
      <dgm:spPr/>
    </dgm:pt>
    <dgm:pt modelId="{55F44510-39F2-43BE-AB90-6A1485F3F500}" type="pres">
      <dgm:prSet presAssocID="{27EB002E-AC7D-4058-8803-101DC2C7E926}" presName="childtext" presStyleLbl="solidFgAcc1" presStyleIdx="0" presStyleCnt="6">
        <dgm:presLayoutVars>
          <dgm:chMax/>
          <dgm:chPref val="0"/>
          <dgm:bulletEnabled val="1"/>
        </dgm:presLayoutVars>
      </dgm:prSet>
      <dgm:spPr/>
    </dgm:pt>
    <dgm:pt modelId="{286353C5-8977-4D1A-B39D-4414A3DBF804}" type="pres">
      <dgm:prSet presAssocID="{1E9337F0-CD7E-4F94-AFBD-748BF61FB606}" presName="sibTrans" presStyleCnt="0"/>
      <dgm:spPr/>
    </dgm:pt>
    <dgm:pt modelId="{AD130E04-95D0-4B27-8296-C11A1F441079}" type="pres">
      <dgm:prSet presAssocID="{6D7C2E22-816E-48EC-AC24-6F21800F4754}" presName="parenttextcomposite" presStyleCnt="0"/>
      <dgm:spPr/>
    </dgm:pt>
    <dgm:pt modelId="{2E7B0064-170D-4C76-97F6-25C1FAE56338}" type="pres">
      <dgm:prSet presAssocID="{6D7C2E22-816E-48EC-AC24-6F21800F4754}" presName="parenttext" presStyleLbl="revTx" presStyleIdx="1" presStyleCnt="6">
        <dgm:presLayoutVars>
          <dgm:chMax/>
          <dgm:chPref val="2"/>
          <dgm:bulletEnabled val="1"/>
        </dgm:presLayoutVars>
      </dgm:prSet>
      <dgm:spPr/>
    </dgm:pt>
    <dgm:pt modelId="{F0BC1883-D0A9-43D5-BAC9-98FE8BEB5EF3}" type="pres">
      <dgm:prSet presAssocID="{6D7C2E22-816E-48EC-AC24-6F21800F4754}" presName="composite" presStyleCnt="0"/>
      <dgm:spPr/>
    </dgm:pt>
    <dgm:pt modelId="{D01B3E30-4D4D-4C2C-A434-26E505AACEE5}" type="pres">
      <dgm:prSet presAssocID="{6D7C2E22-816E-48EC-AC24-6F21800F4754}" presName="chevron1" presStyleLbl="alignNode1" presStyleIdx="7" presStyleCnt="42"/>
      <dgm:spPr/>
    </dgm:pt>
    <dgm:pt modelId="{99A3872F-39C5-4C27-A1A0-5C2D010D6E32}" type="pres">
      <dgm:prSet presAssocID="{6D7C2E22-816E-48EC-AC24-6F21800F4754}" presName="chevron2" presStyleLbl="alignNode1" presStyleIdx="8" presStyleCnt="42"/>
      <dgm:spPr/>
    </dgm:pt>
    <dgm:pt modelId="{64C4BAE0-ACDB-4685-80DB-484712BF3DF0}" type="pres">
      <dgm:prSet presAssocID="{6D7C2E22-816E-48EC-AC24-6F21800F4754}" presName="chevron3" presStyleLbl="alignNode1" presStyleIdx="9" presStyleCnt="42"/>
      <dgm:spPr/>
    </dgm:pt>
    <dgm:pt modelId="{6D19ECD7-5F62-46A5-AD0C-6260A7E0E8EB}" type="pres">
      <dgm:prSet presAssocID="{6D7C2E22-816E-48EC-AC24-6F21800F4754}" presName="chevron4" presStyleLbl="alignNode1" presStyleIdx="10" presStyleCnt="42"/>
      <dgm:spPr/>
    </dgm:pt>
    <dgm:pt modelId="{CAAE10AD-6787-448F-B96D-D313F457AAFC}" type="pres">
      <dgm:prSet presAssocID="{6D7C2E22-816E-48EC-AC24-6F21800F4754}" presName="chevron5" presStyleLbl="alignNode1" presStyleIdx="11" presStyleCnt="42"/>
      <dgm:spPr/>
    </dgm:pt>
    <dgm:pt modelId="{56D437D4-8004-4428-8F48-316B14AC85FE}" type="pres">
      <dgm:prSet presAssocID="{6D7C2E22-816E-48EC-AC24-6F21800F4754}" presName="chevron6" presStyleLbl="alignNode1" presStyleIdx="12" presStyleCnt="42"/>
      <dgm:spPr/>
    </dgm:pt>
    <dgm:pt modelId="{49BC82A7-4DFE-4032-8E3E-4B8BB53EBEBB}" type="pres">
      <dgm:prSet presAssocID="{6D7C2E22-816E-48EC-AC24-6F21800F4754}" presName="chevron7" presStyleLbl="alignNode1" presStyleIdx="13" presStyleCnt="42"/>
      <dgm:spPr/>
    </dgm:pt>
    <dgm:pt modelId="{14BCC7ED-ABCC-4890-9707-5C7122B3D5DE}" type="pres">
      <dgm:prSet presAssocID="{6D7C2E22-816E-48EC-AC24-6F21800F4754}" presName="childtext" presStyleLbl="solidFgAcc1" presStyleIdx="1" presStyleCnt="6">
        <dgm:presLayoutVars>
          <dgm:chMax/>
          <dgm:chPref val="0"/>
          <dgm:bulletEnabled val="1"/>
        </dgm:presLayoutVars>
      </dgm:prSet>
      <dgm:spPr/>
    </dgm:pt>
    <dgm:pt modelId="{971D60CE-3D82-44ED-9973-2C32FC0EAB3A}" type="pres">
      <dgm:prSet presAssocID="{45BFB35C-09AC-4C10-AEC0-CBEB9BADE09A}" presName="sibTrans" presStyleCnt="0"/>
      <dgm:spPr/>
    </dgm:pt>
    <dgm:pt modelId="{E76FB9D1-9851-4DCA-B59A-77E5FEA2A044}" type="pres">
      <dgm:prSet presAssocID="{AAA4C6B9-20AB-4386-8B81-C7E6FF243CAF}" presName="parenttextcomposite" presStyleCnt="0"/>
      <dgm:spPr/>
    </dgm:pt>
    <dgm:pt modelId="{6085E902-4809-4D67-8309-448384A2BD7B}" type="pres">
      <dgm:prSet presAssocID="{AAA4C6B9-20AB-4386-8B81-C7E6FF243CAF}" presName="parenttext" presStyleLbl="revTx" presStyleIdx="2" presStyleCnt="6">
        <dgm:presLayoutVars>
          <dgm:chMax/>
          <dgm:chPref val="2"/>
          <dgm:bulletEnabled val="1"/>
        </dgm:presLayoutVars>
      </dgm:prSet>
      <dgm:spPr/>
    </dgm:pt>
    <dgm:pt modelId="{9B9D2237-590D-401D-877D-AD159E77D344}" type="pres">
      <dgm:prSet presAssocID="{AAA4C6B9-20AB-4386-8B81-C7E6FF243CAF}" presName="composite" presStyleCnt="0"/>
      <dgm:spPr/>
    </dgm:pt>
    <dgm:pt modelId="{D07014C2-9060-4763-A979-958CE3686AF8}" type="pres">
      <dgm:prSet presAssocID="{AAA4C6B9-20AB-4386-8B81-C7E6FF243CAF}" presName="chevron1" presStyleLbl="alignNode1" presStyleIdx="14" presStyleCnt="42"/>
      <dgm:spPr/>
    </dgm:pt>
    <dgm:pt modelId="{A9E246D2-E5C0-4421-B24F-1072AC465743}" type="pres">
      <dgm:prSet presAssocID="{AAA4C6B9-20AB-4386-8B81-C7E6FF243CAF}" presName="chevron2" presStyleLbl="alignNode1" presStyleIdx="15" presStyleCnt="42"/>
      <dgm:spPr/>
    </dgm:pt>
    <dgm:pt modelId="{EAB0FE44-4133-4E7D-8172-61D85C52D5AC}" type="pres">
      <dgm:prSet presAssocID="{AAA4C6B9-20AB-4386-8B81-C7E6FF243CAF}" presName="chevron3" presStyleLbl="alignNode1" presStyleIdx="16" presStyleCnt="42"/>
      <dgm:spPr/>
    </dgm:pt>
    <dgm:pt modelId="{EFC76C6B-781A-4A15-8142-4843CE0395A3}" type="pres">
      <dgm:prSet presAssocID="{AAA4C6B9-20AB-4386-8B81-C7E6FF243CAF}" presName="chevron4" presStyleLbl="alignNode1" presStyleIdx="17" presStyleCnt="42"/>
      <dgm:spPr/>
    </dgm:pt>
    <dgm:pt modelId="{2D5F7999-C7C8-48C8-A707-E6F70E1FCDDE}" type="pres">
      <dgm:prSet presAssocID="{AAA4C6B9-20AB-4386-8B81-C7E6FF243CAF}" presName="chevron5" presStyleLbl="alignNode1" presStyleIdx="18" presStyleCnt="42"/>
      <dgm:spPr/>
    </dgm:pt>
    <dgm:pt modelId="{B7820F6B-7B7E-4068-BCF2-9D347DA7FACB}" type="pres">
      <dgm:prSet presAssocID="{AAA4C6B9-20AB-4386-8B81-C7E6FF243CAF}" presName="chevron6" presStyleLbl="alignNode1" presStyleIdx="19" presStyleCnt="42"/>
      <dgm:spPr/>
    </dgm:pt>
    <dgm:pt modelId="{368818F2-8764-43D9-82A8-7240E87C2160}" type="pres">
      <dgm:prSet presAssocID="{AAA4C6B9-20AB-4386-8B81-C7E6FF243CAF}" presName="chevron7" presStyleLbl="alignNode1" presStyleIdx="20" presStyleCnt="42"/>
      <dgm:spPr/>
    </dgm:pt>
    <dgm:pt modelId="{899ED1B5-63C8-40C7-A814-CED5ECAE26AD}" type="pres">
      <dgm:prSet presAssocID="{AAA4C6B9-20AB-4386-8B81-C7E6FF243CAF}" presName="childtext" presStyleLbl="solidFgAcc1" presStyleIdx="2" presStyleCnt="6">
        <dgm:presLayoutVars>
          <dgm:chMax/>
          <dgm:chPref val="0"/>
          <dgm:bulletEnabled val="1"/>
        </dgm:presLayoutVars>
      </dgm:prSet>
      <dgm:spPr/>
    </dgm:pt>
    <dgm:pt modelId="{0D173119-BD88-4754-8936-720C7B89B918}" type="pres">
      <dgm:prSet presAssocID="{9F216C67-6872-4740-9522-F9690CA99308}" presName="sibTrans" presStyleCnt="0"/>
      <dgm:spPr/>
    </dgm:pt>
    <dgm:pt modelId="{7CF65777-7BDA-43DB-8F46-7601E28DB5CC}" type="pres">
      <dgm:prSet presAssocID="{7D6121D0-9BC3-4DA0-AE88-255F06EECD2B}" presName="parenttextcomposite" presStyleCnt="0"/>
      <dgm:spPr/>
    </dgm:pt>
    <dgm:pt modelId="{FD6321EA-31A1-4AF9-9BFF-C4942BEC53DB}" type="pres">
      <dgm:prSet presAssocID="{7D6121D0-9BC3-4DA0-AE88-255F06EECD2B}" presName="parenttext" presStyleLbl="revTx" presStyleIdx="3" presStyleCnt="6">
        <dgm:presLayoutVars>
          <dgm:chMax/>
          <dgm:chPref val="2"/>
          <dgm:bulletEnabled val="1"/>
        </dgm:presLayoutVars>
      </dgm:prSet>
      <dgm:spPr/>
    </dgm:pt>
    <dgm:pt modelId="{151E6C58-2265-4112-B235-5188E310D75B}" type="pres">
      <dgm:prSet presAssocID="{7D6121D0-9BC3-4DA0-AE88-255F06EECD2B}" presName="composite" presStyleCnt="0"/>
      <dgm:spPr/>
    </dgm:pt>
    <dgm:pt modelId="{14BF8759-C563-42F9-925C-B32A2FA231D0}" type="pres">
      <dgm:prSet presAssocID="{7D6121D0-9BC3-4DA0-AE88-255F06EECD2B}" presName="chevron1" presStyleLbl="alignNode1" presStyleIdx="21" presStyleCnt="42"/>
      <dgm:spPr/>
    </dgm:pt>
    <dgm:pt modelId="{464702D3-4E87-4534-876A-4D84BA3126BF}" type="pres">
      <dgm:prSet presAssocID="{7D6121D0-9BC3-4DA0-AE88-255F06EECD2B}" presName="chevron2" presStyleLbl="alignNode1" presStyleIdx="22" presStyleCnt="42"/>
      <dgm:spPr/>
    </dgm:pt>
    <dgm:pt modelId="{A592E07A-08A1-4603-B2FA-82442F6CAA95}" type="pres">
      <dgm:prSet presAssocID="{7D6121D0-9BC3-4DA0-AE88-255F06EECD2B}" presName="chevron3" presStyleLbl="alignNode1" presStyleIdx="23" presStyleCnt="42"/>
      <dgm:spPr/>
    </dgm:pt>
    <dgm:pt modelId="{C0D2D134-A7D2-4077-A232-2D2005A94BF1}" type="pres">
      <dgm:prSet presAssocID="{7D6121D0-9BC3-4DA0-AE88-255F06EECD2B}" presName="chevron4" presStyleLbl="alignNode1" presStyleIdx="24" presStyleCnt="42"/>
      <dgm:spPr/>
    </dgm:pt>
    <dgm:pt modelId="{71C7BAC9-183B-42FC-A23D-C2F28120EFC4}" type="pres">
      <dgm:prSet presAssocID="{7D6121D0-9BC3-4DA0-AE88-255F06EECD2B}" presName="chevron5" presStyleLbl="alignNode1" presStyleIdx="25" presStyleCnt="42"/>
      <dgm:spPr/>
    </dgm:pt>
    <dgm:pt modelId="{695C3BD1-66EB-48C6-8A01-5EB401F703AD}" type="pres">
      <dgm:prSet presAssocID="{7D6121D0-9BC3-4DA0-AE88-255F06EECD2B}" presName="chevron6" presStyleLbl="alignNode1" presStyleIdx="26" presStyleCnt="42"/>
      <dgm:spPr/>
    </dgm:pt>
    <dgm:pt modelId="{64F936FA-5D0B-4D31-ACA8-151E3B4504E8}" type="pres">
      <dgm:prSet presAssocID="{7D6121D0-9BC3-4DA0-AE88-255F06EECD2B}" presName="chevron7" presStyleLbl="alignNode1" presStyleIdx="27" presStyleCnt="42"/>
      <dgm:spPr/>
    </dgm:pt>
    <dgm:pt modelId="{DA540580-0A65-4C6F-861B-F455729EEDA5}" type="pres">
      <dgm:prSet presAssocID="{7D6121D0-9BC3-4DA0-AE88-255F06EECD2B}" presName="childtext" presStyleLbl="solidFgAcc1" presStyleIdx="3" presStyleCnt="6">
        <dgm:presLayoutVars>
          <dgm:chMax/>
          <dgm:chPref val="0"/>
          <dgm:bulletEnabled val="1"/>
        </dgm:presLayoutVars>
      </dgm:prSet>
      <dgm:spPr/>
    </dgm:pt>
    <dgm:pt modelId="{CFC5E230-DB48-4409-97E5-5ADCE898FF5C}" type="pres">
      <dgm:prSet presAssocID="{25B3AB4E-FB04-4D05-9B32-26A4715CF4F5}" presName="sibTrans" presStyleCnt="0"/>
      <dgm:spPr/>
    </dgm:pt>
    <dgm:pt modelId="{F9EF6941-427C-4592-8CCA-EEEC544DCA48}" type="pres">
      <dgm:prSet presAssocID="{0EF510E2-A21C-45DA-B08F-4AE8ED6109BE}" presName="parenttextcomposite" presStyleCnt="0"/>
      <dgm:spPr/>
    </dgm:pt>
    <dgm:pt modelId="{65BF4074-A999-4EF4-8157-0A451516A121}" type="pres">
      <dgm:prSet presAssocID="{0EF510E2-A21C-45DA-B08F-4AE8ED6109BE}" presName="parenttext" presStyleLbl="revTx" presStyleIdx="4" presStyleCnt="6">
        <dgm:presLayoutVars>
          <dgm:chMax/>
          <dgm:chPref val="2"/>
          <dgm:bulletEnabled val="1"/>
        </dgm:presLayoutVars>
      </dgm:prSet>
      <dgm:spPr/>
    </dgm:pt>
    <dgm:pt modelId="{3938FBAD-A68B-44AE-BF68-21292257CF96}" type="pres">
      <dgm:prSet presAssocID="{0EF510E2-A21C-45DA-B08F-4AE8ED6109BE}" presName="composite" presStyleCnt="0"/>
      <dgm:spPr/>
    </dgm:pt>
    <dgm:pt modelId="{8966BAF5-3E80-4059-B4C9-A32AFADA2137}" type="pres">
      <dgm:prSet presAssocID="{0EF510E2-A21C-45DA-B08F-4AE8ED6109BE}" presName="chevron1" presStyleLbl="alignNode1" presStyleIdx="28" presStyleCnt="42"/>
      <dgm:spPr/>
    </dgm:pt>
    <dgm:pt modelId="{CE8489F0-43FF-49E5-8318-A1DA4FCBB06D}" type="pres">
      <dgm:prSet presAssocID="{0EF510E2-A21C-45DA-B08F-4AE8ED6109BE}" presName="chevron2" presStyleLbl="alignNode1" presStyleIdx="29" presStyleCnt="42"/>
      <dgm:spPr/>
    </dgm:pt>
    <dgm:pt modelId="{FDB3C240-714F-4BB4-8CDB-25AB99608315}" type="pres">
      <dgm:prSet presAssocID="{0EF510E2-A21C-45DA-B08F-4AE8ED6109BE}" presName="chevron3" presStyleLbl="alignNode1" presStyleIdx="30" presStyleCnt="42"/>
      <dgm:spPr/>
    </dgm:pt>
    <dgm:pt modelId="{78EE9064-CA1A-4C5F-BD71-6C0AC7426487}" type="pres">
      <dgm:prSet presAssocID="{0EF510E2-A21C-45DA-B08F-4AE8ED6109BE}" presName="chevron4" presStyleLbl="alignNode1" presStyleIdx="31" presStyleCnt="42"/>
      <dgm:spPr/>
    </dgm:pt>
    <dgm:pt modelId="{509C7473-E2CA-4372-8DCE-A4506C0C0DCE}" type="pres">
      <dgm:prSet presAssocID="{0EF510E2-A21C-45DA-B08F-4AE8ED6109BE}" presName="chevron5" presStyleLbl="alignNode1" presStyleIdx="32" presStyleCnt="42"/>
      <dgm:spPr/>
    </dgm:pt>
    <dgm:pt modelId="{C0107122-3EB7-490C-ACB9-7B7D976B7D97}" type="pres">
      <dgm:prSet presAssocID="{0EF510E2-A21C-45DA-B08F-4AE8ED6109BE}" presName="chevron6" presStyleLbl="alignNode1" presStyleIdx="33" presStyleCnt="42"/>
      <dgm:spPr/>
    </dgm:pt>
    <dgm:pt modelId="{20D9AF91-ED98-4988-B6E3-4D52BD9D87DA}" type="pres">
      <dgm:prSet presAssocID="{0EF510E2-A21C-45DA-B08F-4AE8ED6109BE}" presName="chevron7" presStyleLbl="alignNode1" presStyleIdx="34" presStyleCnt="42"/>
      <dgm:spPr/>
    </dgm:pt>
    <dgm:pt modelId="{0C0E5EE8-3A57-4F89-A11B-EC08F6DE41A0}" type="pres">
      <dgm:prSet presAssocID="{0EF510E2-A21C-45DA-B08F-4AE8ED6109BE}" presName="childtext" presStyleLbl="solidFgAcc1" presStyleIdx="4" presStyleCnt="6">
        <dgm:presLayoutVars>
          <dgm:chMax/>
          <dgm:chPref val="0"/>
          <dgm:bulletEnabled val="1"/>
        </dgm:presLayoutVars>
      </dgm:prSet>
      <dgm:spPr/>
    </dgm:pt>
    <dgm:pt modelId="{DEC7D343-3325-44A0-8486-585803F4168E}" type="pres">
      <dgm:prSet presAssocID="{0319A969-D3A9-4E6A-BA0A-EFBD7C18F0BE}" presName="sibTrans" presStyleCnt="0"/>
      <dgm:spPr/>
    </dgm:pt>
    <dgm:pt modelId="{1E15C3E6-3C3C-4D81-8EAA-6580878784F3}" type="pres">
      <dgm:prSet presAssocID="{A901B210-9D0A-444A-87CC-E50F908767D3}" presName="parenttextcomposite" presStyleCnt="0"/>
      <dgm:spPr/>
    </dgm:pt>
    <dgm:pt modelId="{E17BDB52-7294-4DA8-A523-99C401ADDA8D}" type="pres">
      <dgm:prSet presAssocID="{A901B210-9D0A-444A-87CC-E50F908767D3}" presName="parenttext" presStyleLbl="revTx" presStyleIdx="5" presStyleCnt="6">
        <dgm:presLayoutVars>
          <dgm:chMax/>
          <dgm:chPref val="2"/>
          <dgm:bulletEnabled val="1"/>
        </dgm:presLayoutVars>
      </dgm:prSet>
      <dgm:spPr/>
    </dgm:pt>
    <dgm:pt modelId="{AC604BBB-627E-4CB0-B283-DB4C480458DE}" type="pres">
      <dgm:prSet presAssocID="{A901B210-9D0A-444A-87CC-E50F908767D3}" presName="composite" presStyleCnt="0"/>
      <dgm:spPr/>
    </dgm:pt>
    <dgm:pt modelId="{699AC77E-E68D-4F1F-AE3C-95D79CF3D864}" type="pres">
      <dgm:prSet presAssocID="{A901B210-9D0A-444A-87CC-E50F908767D3}" presName="chevron1" presStyleLbl="alignNode1" presStyleIdx="35" presStyleCnt="42"/>
      <dgm:spPr/>
    </dgm:pt>
    <dgm:pt modelId="{207D1AAB-0969-4E37-B363-88333ED78D36}" type="pres">
      <dgm:prSet presAssocID="{A901B210-9D0A-444A-87CC-E50F908767D3}" presName="chevron2" presStyleLbl="alignNode1" presStyleIdx="36" presStyleCnt="42"/>
      <dgm:spPr/>
    </dgm:pt>
    <dgm:pt modelId="{D7CD63C9-F755-45F9-8139-E0531A17BD60}" type="pres">
      <dgm:prSet presAssocID="{A901B210-9D0A-444A-87CC-E50F908767D3}" presName="chevron3" presStyleLbl="alignNode1" presStyleIdx="37" presStyleCnt="42"/>
      <dgm:spPr/>
    </dgm:pt>
    <dgm:pt modelId="{E2C2401F-A944-4491-9CBE-CDC1D8E50192}" type="pres">
      <dgm:prSet presAssocID="{A901B210-9D0A-444A-87CC-E50F908767D3}" presName="chevron4" presStyleLbl="alignNode1" presStyleIdx="38" presStyleCnt="42"/>
      <dgm:spPr/>
    </dgm:pt>
    <dgm:pt modelId="{BB911574-C157-4C6A-A3CE-17CE475DDE56}" type="pres">
      <dgm:prSet presAssocID="{A901B210-9D0A-444A-87CC-E50F908767D3}" presName="chevron5" presStyleLbl="alignNode1" presStyleIdx="39" presStyleCnt="42"/>
      <dgm:spPr/>
    </dgm:pt>
    <dgm:pt modelId="{0C9BE129-938D-42A0-ADED-8D6875897231}" type="pres">
      <dgm:prSet presAssocID="{A901B210-9D0A-444A-87CC-E50F908767D3}" presName="chevron6" presStyleLbl="alignNode1" presStyleIdx="40" presStyleCnt="42"/>
      <dgm:spPr/>
    </dgm:pt>
    <dgm:pt modelId="{55B50F2D-E346-400D-BABE-9944613CE458}" type="pres">
      <dgm:prSet presAssocID="{A901B210-9D0A-444A-87CC-E50F908767D3}" presName="chevron7" presStyleLbl="alignNode1" presStyleIdx="41" presStyleCnt="42"/>
      <dgm:spPr/>
    </dgm:pt>
    <dgm:pt modelId="{5B0996EF-EB10-4916-895D-E50D6D958FBB}" type="pres">
      <dgm:prSet presAssocID="{A901B210-9D0A-444A-87CC-E50F908767D3}" presName="childtext" presStyleLbl="solidFgAcc1" presStyleIdx="5" presStyleCnt="6">
        <dgm:presLayoutVars>
          <dgm:chMax/>
          <dgm:chPref val="0"/>
          <dgm:bulletEnabled val="1"/>
        </dgm:presLayoutVars>
      </dgm:prSet>
      <dgm:spPr/>
    </dgm:pt>
  </dgm:ptLst>
  <dgm:cxnLst>
    <dgm:cxn modelId="{08FC3400-37D2-42A1-82EA-A16A75C45FEC}" type="presOf" srcId="{76112D9E-60EA-4FDC-AF3B-11FB596545CB}" destId="{656649B5-DE5C-4B15-9F49-2F7D51AEBFD4}" srcOrd="0" destOrd="0" presId="urn:microsoft.com/office/officeart/2008/layout/VerticalAccentList"/>
    <dgm:cxn modelId="{7DA0E818-B9DB-4626-A549-0C8BC8BFFFD2}" srcId="{7D6121D0-9BC3-4DA0-AE88-255F06EECD2B}" destId="{FBD78A41-8951-45EE-83E0-EC4E7AF15AEF}" srcOrd="0" destOrd="0" parTransId="{3F9D66E9-2D2F-423B-BD14-1AC4DAC015E5}" sibTransId="{ADA4395E-2396-43B4-B959-2691D6A04B31}"/>
    <dgm:cxn modelId="{93E90A1C-F0BE-412B-9493-E27B7F79A372}" type="presOf" srcId="{BF9A8CB8-4263-4958-B48E-190C1EB58C5A}" destId="{5B0996EF-EB10-4916-895D-E50D6D958FBB}" srcOrd="0" destOrd="0" presId="urn:microsoft.com/office/officeart/2008/layout/VerticalAccentList"/>
    <dgm:cxn modelId="{5293F420-EABB-4035-A3FE-7199AA091C83}" srcId="{0EF510E2-A21C-45DA-B08F-4AE8ED6109BE}" destId="{9EB716A8-8FAA-4F6F-81BD-258C43A1154E}" srcOrd="0" destOrd="0" parTransId="{FC946DC9-A089-4146-A467-2171F588A2CB}" sibTransId="{DDFF4CBC-C26A-4BF4-A967-814BFA63435C}"/>
    <dgm:cxn modelId="{7C4EFA24-3DEA-46BE-878F-DC8B84CB511C}" srcId="{A901B210-9D0A-444A-87CC-E50F908767D3}" destId="{BF9A8CB8-4263-4958-B48E-190C1EB58C5A}" srcOrd="0" destOrd="0" parTransId="{3CDEEBC0-6A8B-441F-8F2D-2586C4EEE4BE}" sibTransId="{8000A531-0292-48EF-BDDF-6846B4F32DB6}"/>
    <dgm:cxn modelId="{3B784D37-8A04-4CB0-AA64-61ECC8C05C5A}" type="presOf" srcId="{6D7C2E22-816E-48EC-AC24-6F21800F4754}" destId="{2E7B0064-170D-4C76-97F6-25C1FAE56338}" srcOrd="0" destOrd="0" presId="urn:microsoft.com/office/officeart/2008/layout/VerticalAccentList"/>
    <dgm:cxn modelId="{2839EE3A-EE69-4A77-B048-16B88683141B}" srcId="{6D7C2E22-816E-48EC-AC24-6F21800F4754}" destId="{759C5A7F-E4EA-4AB9-8308-8C09BBD4AE20}" srcOrd="0" destOrd="0" parTransId="{BB581E10-2EFA-46C4-8225-925C05773E69}" sibTransId="{DA1F2AF9-806F-4F3C-B693-D0C7D1F275AB}"/>
    <dgm:cxn modelId="{1390B841-F06D-449D-835B-486D1573B48A}" srcId="{76112D9E-60EA-4FDC-AF3B-11FB596545CB}" destId="{AAA4C6B9-20AB-4386-8B81-C7E6FF243CAF}" srcOrd="2" destOrd="0" parTransId="{2973E659-3F9B-47B6-92B7-533563F1BD31}" sibTransId="{9F216C67-6872-4740-9522-F9690CA99308}"/>
    <dgm:cxn modelId="{77A9715D-5C8D-4C1D-8D4E-E15389A686D5}" type="presOf" srcId="{FBD78A41-8951-45EE-83E0-EC4E7AF15AEF}" destId="{DA540580-0A65-4C6F-861B-F455729EEDA5}" srcOrd="0" destOrd="0" presId="urn:microsoft.com/office/officeart/2008/layout/VerticalAccentList"/>
    <dgm:cxn modelId="{99770C66-CCF9-423A-9AC3-C09FBE965458}" type="presOf" srcId="{AAA4C6B9-20AB-4386-8B81-C7E6FF243CAF}" destId="{6085E902-4809-4D67-8309-448384A2BD7B}" srcOrd="0" destOrd="0" presId="urn:microsoft.com/office/officeart/2008/layout/VerticalAccentList"/>
    <dgm:cxn modelId="{BCF8456B-C21A-47A7-9EE3-DD594F5626C6}" srcId="{76112D9E-60EA-4FDC-AF3B-11FB596545CB}" destId="{7D6121D0-9BC3-4DA0-AE88-255F06EECD2B}" srcOrd="3" destOrd="0" parTransId="{5F29CE73-3DA7-42EF-94A7-E51FB0E3EB10}" sibTransId="{25B3AB4E-FB04-4D05-9B32-26A4715CF4F5}"/>
    <dgm:cxn modelId="{9F156871-A305-47B9-8BFC-68748F63A31E}" srcId="{76112D9E-60EA-4FDC-AF3B-11FB596545CB}" destId="{A901B210-9D0A-444A-87CC-E50F908767D3}" srcOrd="5" destOrd="0" parTransId="{2094566E-F9DA-408E-885A-45497728C324}" sibTransId="{4F1F4C20-34F5-4F14-8B18-94E7A2898593}"/>
    <dgm:cxn modelId="{9D863495-A5A7-4CE1-98B7-B30777D64C2C}" type="presOf" srcId="{D6544EBE-BFEE-459E-96D0-C79FD0024BEE}" destId="{55F44510-39F2-43BE-AB90-6A1485F3F500}" srcOrd="0" destOrd="0" presId="urn:microsoft.com/office/officeart/2008/layout/VerticalAccentList"/>
    <dgm:cxn modelId="{C498BA96-6867-4CE1-AC2F-0170DC77C55E}" srcId="{76112D9E-60EA-4FDC-AF3B-11FB596545CB}" destId="{27EB002E-AC7D-4058-8803-101DC2C7E926}" srcOrd="0" destOrd="0" parTransId="{084D6E64-C450-458D-987B-0C44CB24D276}" sibTransId="{1E9337F0-CD7E-4F94-AFBD-748BF61FB606}"/>
    <dgm:cxn modelId="{A778039A-63A5-4139-B782-97CAE6F7B80D}" srcId="{AAA4C6B9-20AB-4386-8B81-C7E6FF243CAF}" destId="{AF340815-72E5-43F5-A65F-EBA34BF932FA}" srcOrd="0" destOrd="0" parTransId="{5BD4470C-CB7C-428D-927F-84EF5B3C710E}" sibTransId="{74CE9F01-1E44-4A6F-8B32-5739B094E55D}"/>
    <dgm:cxn modelId="{826C33A1-EA94-4D4D-89A3-E2DB2A895E60}" type="presOf" srcId="{7D6121D0-9BC3-4DA0-AE88-255F06EECD2B}" destId="{FD6321EA-31A1-4AF9-9BFF-C4942BEC53DB}" srcOrd="0" destOrd="0" presId="urn:microsoft.com/office/officeart/2008/layout/VerticalAccentList"/>
    <dgm:cxn modelId="{FDC196A5-2F52-43E4-8435-8DCB4A7AFCE2}" type="presOf" srcId="{9EB716A8-8FAA-4F6F-81BD-258C43A1154E}" destId="{0C0E5EE8-3A57-4F89-A11B-EC08F6DE41A0}" srcOrd="0" destOrd="0" presId="urn:microsoft.com/office/officeart/2008/layout/VerticalAccentList"/>
    <dgm:cxn modelId="{F58A44BE-33F6-4C46-911B-00BF44C4F684}" srcId="{27EB002E-AC7D-4058-8803-101DC2C7E926}" destId="{D6544EBE-BFEE-459E-96D0-C79FD0024BEE}" srcOrd="0" destOrd="0" parTransId="{BB88B8F6-34D1-4FAF-9559-80B6A2C1C1B3}" sibTransId="{0FEE16D3-7EB1-44F7-A12D-34B66D1F2223}"/>
    <dgm:cxn modelId="{68EABEC2-EC8D-49B1-8341-3D5DBEC5352F}" type="presOf" srcId="{AF340815-72E5-43F5-A65F-EBA34BF932FA}" destId="{899ED1B5-63C8-40C7-A814-CED5ECAE26AD}" srcOrd="0" destOrd="0" presId="urn:microsoft.com/office/officeart/2008/layout/VerticalAccentList"/>
    <dgm:cxn modelId="{E808C3D6-2F1D-48F5-8473-FF57E28A6FC2}" srcId="{76112D9E-60EA-4FDC-AF3B-11FB596545CB}" destId="{0EF510E2-A21C-45DA-B08F-4AE8ED6109BE}" srcOrd="4" destOrd="0" parTransId="{267ECF1C-2767-4F92-B49A-A7F56E9B45BF}" sibTransId="{0319A969-D3A9-4E6A-BA0A-EFBD7C18F0BE}"/>
    <dgm:cxn modelId="{A5A0F5E1-3E64-4F88-B3AC-D89CDA0CBA51}" type="presOf" srcId="{0EF510E2-A21C-45DA-B08F-4AE8ED6109BE}" destId="{65BF4074-A999-4EF4-8157-0A451516A121}" srcOrd="0" destOrd="0" presId="urn:microsoft.com/office/officeart/2008/layout/VerticalAccentList"/>
    <dgm:cxn modelId="{97F390E3-5D55-469B-8A62-834E088CE875}" srcId="{76112D9E-60EA-4FDC-AF3B-11FB596545CB}" destId="{6D7C2E22-816E-48EC-AC24-6F21800F4754}" srcOrd="1" destOrd="0" parTransId="{11EB729E-79CC-42FE-8766-C1A3E3C9CB48}" sibTransId="{45BFB35C-09AC-4C10-AEC0-CBEB9BADE09A}"/>
    <dgm:cxn modelId="{F6A4D3EB-A327-4FD0-BC1D-246FF72FA079}" type="presOf" srcId="{A901B210-9D0A-444A-87CC-E50F908767D3}" destId="{E17BDB52-7294-4DA8-A523-99C401ADDA8D}" srcOrd="0" destOrd="0" presId="urn:microsoft.com/office/officeart/2008/layout/VerticalAccentList"/>
    <dgm:cxn modelId="{85EA94F8-2094-43F4-915B-6091863A1D0F}" type="presOf" srcId="{27EB002E-AC7D-4058-8803-101DC2C7E926}" destId="{0B1D1815-9201-4A6E-9664-330CF7ACB304}" srcOrd="0" destOrd="0" presId="urn:microsoft.com/office/officeart/2008/layout/VerticalAccentList"/>
    <dgm:cxn modelId="{BC445DFE-7864-47EA-935A-F81BC823A899}" type="presOf" srcId="{759C5A7F-E4EA-4AB9-8308-8C09BBD4AE20}" destId="{14BCC7ED-ABCC-4890-9707-5C7122B3D5DE}" srcOrd="0" destOrd="0" presId="urn:microsoft.com/office/officeart/2008/layout/VerticalAccentList"/>
    <dgm:cxn modelId="{E313C207-DF59-4EAF-8769-B9BCCFAFF5CC}" type="presParOf" srcId="{656649B5-DE5C-4B15-9F49-2F7D51AEBFD4}" destId="{3F8F5967-D3FD-4D46-A2C2-575762C7D85C}" srcOrd="0" destOrd="0" presId="urn:microsoft.com/office/officeart/2008/layout/VerticalAccentList"/>
    <dgm:cxn modelId="{F92985D0-C144-427E-841A-79BFA535D6AF}" type="presParOf" srcId="{3F8F5967-D3FD-4D46-A2C2-575762C7D85C}" destId="{0B1D1815-9201-4A6E-9664-330CF7ACB304}" srcOrd="0" destOrd="0" presId="urn:microsoft.com/office/officeart/2008/layout/VerticalAccentList"/>
    <dgm:cxn modelId="{F50315EE-52FF-449B-BEE7-C810F028AA1B}" type="presParOf" srcId="{656649B5-DE5C-4B15-9F49-2F7D51AEBFD4}" destId="{76EAACBB-413E-4639-A835-4C3A047DCAA9}" srcOrd="1" destOrd="0" presId="urn:microsoft.com/office/officeart/2008/layout/VerticalAccentList"/>
    <dgm:cxn modelId="{10AB0FDF-95F1-4395-B9E4-63DFD9D29E21}" type="presParOf" srcId="{76EAACBB-413E-4639-A835-4C3A047DCAA9}" destId="{04BF8438-6FBF-43C7-9C38-63E1F1546BAB}" srcOrd="0" destOrd="0" presId="urn:microsoft.com/office/officeart/2008/layout/VerticalAccentList"/>
    <dgm:cxn modelId="{C13A7BBD-3485-4434-B5AF-EBF33F6C1FDA}" type="presParOf" srcId="{76EAACBB-413E-4639-A835-4C3A047DCAA9}" destId="{A0CCAC88-7039-43D1-A77B-7C9EC3656BCF}" srcOrd="1" destOrd="0" presId="urn:microsoft.com/office/officeart/2008/layout/VerticalAccentList"/>
    <dgm:cxn modelId="{A6047B98-9631-486C-A0A5-F490DEDDDBBF}" type="presParOf" srcId="{76EAACBB-413E-4639-A835-4C3A047DCAA9}" destId="{D8E12E1D-9842-4A96-BE93-8C5EC36F76D0}" srcOrd="2" destOrd="0" presId="urn:microsoft.com/office/officeart/2008/layout/VerticalAccentList"/>
    <dgm:cxn modelId="{C1E6031F-D73C-4CFD-BD91-9CF0DC59D57A}" type="presParOf" srcId="{76EAACBB-413E-4639-A835-4C3A047DCAA9}" destId="{05D8F1CE-F572-4205-8E7E-1C4F710EE61D}" srcOrd="3" destOrd="0" presId="urn:microsoft.com/office/officeart/2008/layout/VerticalAccentList"/>
    <dgm:cxn modelId="{0F8EE86C-29C8-4168-8822-2AF3D1A8B8A7}" type="presParOf" srcId="{76EAACBB-413E-4639-A835-4C3A047DCAA9}" destId="{C26B96C8-757D-4F84-BDCB-1641682FAA5D}" srcOrd="4" destOrd="0" presId="urn:microsoft.com/office/officeart/2008/layout/VerticalAccentList"/>
    <dgm:cxn modelId="{092078D4-E049-4E3E-9CDD-65F5BD6E54D6}" type="presParOf" srcId="{76EAACBB-413E-4639-A835-4C3A047DCAA9}" destId="{0C418A4F-DE16-4843-ACF2-D1B5BEE0D28E}" srcOrd="5" destOrd="0" presId="urn:microsoft.com/office/officeart/2008/layout/VerticalAccentList"/>
    <dgm:cxn modelId="{89562521-C6E2-4ECB-BA92-00B7967F2CD0}" type="presParOf" srcId="{76EAACBB-413E-4639-A835-4C3A047DCAA9}" destId="{995A2E4C-5194-466B-9FC8-0132AF17C67C}" srcOrd="6" destOrd="0" presId="urn:microsoft.com/office/officeart/2008/layout/VerticalAccentList"/>
    <dgm:cxn modelId="{CD4E93C3-C5CF-4640-8A50-6FFE96A31E59}" type="presParOf" srcId="{76EAACBB-413E-4639-A835-4C3A047DCAA9}" destId="{55F44510-39F2-43BE-AB90-6A1485F3F500}" srcOrd="7" destOrd="0" presId="urn:microsoft.com/office/officeart/2008/layout/VerticalAccentList"/>
    <dgm:cxn modelId="{EA4310C1-5DDE-49E8-ACDB-22626D422275}" type="presParOf" srcId="{656649B5-DE5C-4B15-9F49-2F7D51AEBFD4}" destId="{286353C5-8977-4D1A-B39D-4414A3DBF804}" srcOrd="2" destOrd="0" presId="urn:microsoft.com/office/officeart/2008/layout/VerticalAccentList"/>
    <dgm:cxn modelId="{74F5D7A3-9851-4207-BA52-FB096A7E0606}" type="presParOf" srcId="{656649B5-DE5C-4B15-9F49-2F7D51AEBFD4}" destId="{AD130E04-95D0-4B27-8296-C11A1F441079}" srcOrd="3" destOrd="0" presId="urn:microsoft.com/office/officeart/2008/layout/VerticalAccentList"/>
    <dgm:cxn modelId="{2D62D189-5FA0-4759-B8B8-4E8226FE4200}" type="presParOf" srcId="{AD130E04-95D0-4B27-8296-C11A1F441079}" destId="{2E7B0064-170D-4C76-97F6-25C1FAE56338}" srcOrd="0" destOrd="0" presId="urn:microsoft.com/office/officeart/2008/layout/VerticalAccentList"/>
    <dgm:cxn modelId="{D03DD369-F273-41EC-AA16-633D2D286003}" type="presParOf" srcId="{656649B5-DE5C-4B15-9F49-2F7D51AEBFD4}" destId="{F0BC1883-D0A9-43D5-BAC9-98FE8BEB5EF3}" srcOrd="4" destOrd="0" presId="urn:microsoft.com/office/officeart/2008/layout/VerticalAccentList"/>
    <dgm:cxn modelId="{AA270CD1-000B-4F2D-A3E2-44C6AF616CFB}" type="presParOf" srcId="{F0BC1883-D0A9-43D5-BAC9-98FE8BEB5EF3}" destId="{D01B3E30-4D4D-4C2C-A434-26E505AACEE5}" srcOrd="0" destOrd="0" presId="urn:microsoft.com/office/officeart/2008/layout/VerticalAccentList"/>
    <dgm:cxn modelId="{0EB3FFD1-7C72-4FDD-906B-C45C077B94DB}" type="presParOf" srcId="{F0BC1883-D0A9-43D5-BAC9-98FE8BEB5EF3}" destId="{99A3872F-39C5-4C27-A1A0-5C2D010D6E32}" srcOrd="1" destOrd="0" presId="urn:microsoft.com/office/officeart/2008/layout/VerticalAccentList"/>
    <dgm:cxn modelId="{7752734F-CD16-48CD-A31E-D53C6794C844}" type="presParOf" srcId="{F0BC1883-D0A9-43D5-BAC9-98FE8BEB5EF3}" destId="{64C4BAE0-ACDB-4685-80DB-484712BF3DF0}" srcOrd="2" destOrd="0" presId="urn:microsoft.com/office/officeart/2008/layout/VerticalAccentList"/>
    <dgm:cxn modelId="{AEDBB11B-E07B-4424-8F37-D8D4E23B7E24}" type="presParOf" srcId="{F0BC1883-D0A9-43D5-BAC9-98FE8BEB5EF3}" destId="{6D19ECD7-5F62-46A5-AD0C-6260A7E0E8EB}" srcOrd="3" destOrd="0" presId="urn:microsoft.com/office/officeart/2008/layout/VerticalAccentList"/>
    <dgm:cxn modelId="{9B51669C-9E7E-41C0-BAF7-6F02A5A80F83}" type="presParOf" srcId="{F0BC1883-D0A9-43D5-BAC9-98FE8BEB5EF3}" destId="{CAAE10AD-6787-448F-B96D-D313F457AAFC}" srcOrd="4" destOrd="0" presId="urn:microsoft.com/office/officeart/2008/layout/VerticalAccentList"/>
    <dgm:cxn modelId="{8D5DC74A-18D8-4305-81E5-3CF125781F81}" type="presParOf" srcId="{F0BC1883-D0A9-43D5-BAC9-98FE8BEB5EF3}" destId="{56D437D4-8004-4428-8F48-316B14AC85FE}" srcOrd="5" destOrd="0" presId="urn:microsoft.com/office/officeart/2008/layout/VerticalAccentList"/>
    <dgm:cxn modelId="{F9CCB58E-72BB-467C-9B98-A9362ADA739D}" type="presParOf" srcId="{F0BC1883-D0A9-43D5-BAC9-98FE8BEB5EF3}" destId="{49BC82A7-4DFE-4032-8E3E-4B8BB53EBEBB}" srcOrd="6" destOrd="0" presId="urn:microsoft.com/office/officeart/2008/layout/VerticalAccentList"/>
    <dgm:cxn modelId="{7A2C5AC9-F5FD-4289-8ADB-8ACBD000DD7B}" type="presParOf" srcId="{F0BC1883-D0A9-43D5-BAC9-98FE8BEB5EF3}" destId="{14BCC7ED-ABCC-4890-9707-5C7122B3D5DE}" srcOrd="7" destOrd="0" presId="urn:microsoft.com/office/officeart/2008/layout/VerticalAccentList"/>
    <dgm:cxn modelId="{C9FB9D20-B816-40DD-9EC3-4D2D657D1F83}" type="presParOf" srcId="{656649B5-DE5C-4B15-9F49-2F7D51AEBFD4}" destId="{971D60CE-3D82-44ED-9973-2C32FC0EAB3A}" srcOrd="5" destOrd="0" presId="urn:microsoft.com/office/officeart/2008/layout/VerticalAccentList"/>
    <dgm:cxn modelId="{9A901003-B876-4147-B31C-2F5C14975271}" type="presParOf" srcId="{656649B5-DE5C-4B15-9F49-2F7D51AEBFD4}" destId="{E76FB9D1-9851-4DCA-B59A-77E5FEA2A044}" srcOrd="6" destOrd="0" presId="urn:microsoft.com/office/officeart/2008/layout/VerticalAccentList"/>
    <dgm:cxn modelId="{EF4B0765-35F8-49CC-AF5A-72B44774663B}" type="presParOf" srcId="{E76FB9D1-9851-4DCA-B59A-77E5FEA2A044}" destId="{6085E902-4809-4D67-8309-448384A2BD7B}" srcOrd="0" destOrd="0" presId="urn:microsoft.com/office/officeart/2008/layout/VerticalAccentList"/>
    <dgm:cxn modelId="{0C8CB5F4-7ABA-4F66-99AA-1B17A5F1FA9E}" type="presParOf" srcId="{656649B5-DE5C-4B15-9F49-2F7D51AEBFD4}" destId="{9B9D2237-590D-401D-877D-AD159E77D344}" srcOrd="7" destOrd="0" presId="urn:microsoft.com/office/officeart/2008/layout/VerticalAccentList"/>
    <dgm:cxn modelId="{1F3DFB5F-E389-42A7-9C16-54EC2ED1318C}" type="presParOf" srcId="{9B9D2237-590D-401D-877D-AD159E77D344}" destId="{D07014C2-9060-4763-A979-958CE3686AF8}" srcOrd="0" destOrd="0" presId="urn:microsoft.com/office/officeart/2008/layout/VerticalAccentList"/>
    <dgm:cxn modelId="{00D79198-AF9F-4233-A8F0-95C8CBCC35D3}" type="presParOf" srcId="{9B9D2237-590D-401D-877D-AD159E77D344}" destId="{A9E246D2-E5C0-4421-B24F-1072AC465743}" srcOrd="1" destOrd="0" presId="urn:microsoft.com/office/officeart/2008/layout/VerticalAccentList"/>
    <dgm:cxn modelId="{A59F9E12-C705-4349-9DDD-0C6AB8627FC6}" type="presParOf" srcId="{9B9D2237-590D-401D-877D-AD159E77D344}" destId="{EAB0FE44-4133-4E7D-8172-61D85C52D5AC}" srcOrd="2" destOrd="0" presId="urn:microsoft.com/office/officeart/2008/layout/VerticalAccentList"/>
    <dgm:cxn modelId="{7D3CDFC4-E592-4FDF-B1D4-5198E220CB0B}" type="presParOf" srcId="{9B9D2237-590D-401D-877D-AD159E77D344}" destId="{EFC76C6B-781A-4A15-8142-4843CE0395A3}" srcOrd="3" destOrd="0" presId="urn:microsoft.com/office/officeart/2008/layout/VerticalAccentList"/>
    <dgm:cxn modelId="{9F0A39AF-D146-4951-A9EE-1482D356F7FB}" type="presParOf" srcId="{9B9D2237-590D-401D-877D-AD159E77D344}" destId="{2D5F7999-C7C8-48C8-A707-E6F70E1FCDDE}" srcOrd="4" destOrd="0" presId="urn:microsoft.com/office/officeart/2008/layout/VerticalAccentList"/>
    <dgm:cxn modelId="{29DFA8F3-9D95-4FB6-9E19-14F9CB652B93}" type="presParOf" srcId="{9B9D2237-590D-401D-877D-AD159E77D344}" destId="{B7820F6B-7B7E-4068-BCF2-9D347DA7FACB}" srcOrd="5" destOrd="0" presId="urn:microsoft.com/office/officeart/2008/layout/VerticalAccentList"/>
    <dgm:cxn modelId="{EED6D074-2879-4325-8BBE-83236E1EE7FF}" type="presParOf" srcId="{9B9D2237-590D-401D-877D-AD159E77D344}" destId="{368818F2-8764-43D9-82A8-7240E87C2160}" srcOrd="6" destOrd="0" presId="urn:microsoft.com/office/officeart/2008/layout/VerticalAccentList"/>
    <dgm:cxn modelId="{DF15C936-0CC8-4B7E-B08C-A2D5E96E6844}" type="presParOf" srcId="{9B9D2237-590D-401D-877D-AD159E77D344}" destId="{899ED1B5-63C8-40C7-A814-CED5ECAE26AD}" srcOrd="7" destOrd="0" presId="urn:microsoft.com/office/officeart/2008/layout/VerticalAccentList"/>
    <dgm:cxn modelId="{5FAD32F9-DEE5-450D-9473-BF7B5DC19A43}" type="presParOf" srcId="{656649B5-DE5C-4B15-9F49-2F7D51AEBFD4}" destId="{0D173119-BD88-4754-8936-720C7B89B918}" srcOrd="8" destOrd="0" presId="urn:microsoft.com/office/officeart/2008/layout/VerticalAccentList"/>
    <dgm:cxn modelId="{123E5091-799F-4FEE-A350-17E4D5075B79}" type="presParOf" srcId="{656649B5-DE5C-4B15-9F49-2F7D51AEBFD4}" destId="{7CF65777-7BDA-43DB-8F46-7601E28DB5CC}" srcOrd="9" destOrd="0" presId="urn:microsoft.com/office/officeart/2008/layout/VerticalAccentList"/>
    <dgm:cxn modelId="{3DBC58E0-1F94-46EE-99CD-DCA4F236E8A6}" type="presParOf" srcId="{7CF65777-7BDA-43DB-8F46-7601E28DB5CC}" destId="{FD6321EA-31A1-4AF9-9BFF-C4942BEC53DB}" srcOrd="0" destOrd="0" presId="urn:microsoft.com/office/officeart/2008/layout/VerticalAccentList"/>
    <dgm:cxn modelId="{C3B39D0A-962B-420E-AD55-779213F333B4}" type="presParOf" srcId="{656649B5-DE5C-4B15-9F49-2F7D51AEBFD4}" destId="{151E6C58-2265-4112-B235-5188E310D75B}" srcOrd="10" destOrd="0" presId="urn:microsoft.com/office/officeart/2008/layout/VerticalAccentList"/>
    <dgm:cxn modelId="{CED61779-0094-463E-9F62-AB711DCFADEB}" type="presParOf" srcId="{151E6C58-2265-4112-B235-5188E310D75B}" destId="{14BF8759-C563-42F9-925C-B32A2FA231D0}" srcOrd="0" destOrd="0" presId="urn:microsoft.com/office/officeart/2008/layout/VerticalAccentList"/>
    <dgm:cxn modelId="{D5B20C19-670F-455D-9CBE-B2B2267427AC}" type="presParOf" srcId="{151E6C58-2265-4112-B235-5188E310D75B}" destId="{464702D3-4E87-4534-876A-4D84BA3126BF}" srcOrd="1" destOrd="0" presId="urn:microsoft.com/office/officeart/2008/layout/VerticalAccentList"/>
    <dgm:cxn modelId="{BE6244BB-D4F5-4153-8E2F-40A446583F25}" type="presParOf" srcId="{151E6C58-2265-4112-B235-5188E310D75B}" destId="{A592E07A-08A1-4603-B2FA-82442F6CAA95}" srcOrd="2" destOrd="0" presId="urn:microsoft.com/office/officeart/2008/layout/VerticalAccentList"/>
    <dgm:cxn modelId="{EBD3768B-D797-4CA6-A107-FC86D6D8B07F}" type="presParOf" srcId="{151E6C58-2265-4112-B235-5188E310D75B}" destId="{C0D2D134-A7D2-4077-A232-2D2005A94BF1}" srcOrd="3" destOrd="0" presId="urn:microsoft.com/office/officeart/2008/layout/VerticalAccentList"/>
    <dgm:cxn modelId="{DC55EC2A-2286-448F-8C14-7D1B0C3CD477}" type="presParOf" srcId="{151E6C58-2265-4112-B235-5188E310D75B}" destId="{71C7BAC9-183B-42FC-A23D-C2F28120EFC4}" srcOrd="4" destOrd="0" presId="urn:microsoft.com/office/officeart/2008/layout/VerticalAccentList"/>
    <dgm:cxn modelId="{D5254867-5D90-40C5-AE8F-22126141A41D}" type="presParOf" srcId="{151E6C58-2265-4112-B235-5188E310D75B}" destId="{695C3BD1-66EB-48C6-8A01-5EB401F703AD}" srcOrd="5" destOrd="0" presId="urn:microsoft.com/office/officeart/2008/layout/VerticalAccentList"/>
    <dgm:cxn modelId="{DD038F1A-7EB7-4FA4-A183-F5B19CE3CB0C}" type="presParOf" srcId="{151E6C58-2265-4112-B235-5188E310D75B}" destId="{64F936FA-5D0B-4D31-ACA8-151E3B4504E8}" srcOrd="6" destOrd="0" presId="urn:microsoft.com/office/officeart/2008/layout/VerticalAccentList"/>
    <dgm:cxn modelId="{DF95BC0E-AD6A-43D3-AB86-843686A626EC}" type="presParOf" srcId="{151E6C58-2265-4112-B235-5188E310D75B}" destId="{DA540580-0A65-4C6F-861B-F455729EEDA5}" srcOrd="7" destOrd="0" presId="urn:microsoft.com/office/officeart/2008/layout/VerticalAccentList"/>
    <dgm:cxn modelId="{3AEE8670-DFDD-469A-8C90-1E5CE2506B2F}" type="presParOf" srcId="{656649B5-DE5C-4B15-9F49-2F7D51AEBFD4}" destId="{CFC5E230-DB48-4409-97E5-5ADCE898FF5C}" srcOrd="11" destOrd="0" presId="urn:microsoft.com/office/officeart/2008/layout/VerticalAccentList"/>
    <dgm:cxn modelId="{82AD99A6-135E-4AE3-9F49-D000B34A7E1C}" type="presParOf" srcId="{656649B5-DE5C-4B15-9F49-2F7D51AEBFD4}" destId="{F9EF6941-427C-4592-8CCA-EEEC544DCA48}" srcOrd="12" destOrd="0" presId="urn:microsoft.com/office/officeart/2008/layout/VerticalAccentList"/>
    <dgm:cxn modelId="{5482B627-4E20-451E-8071-A4EE0BF8F9B1}" type="presParOf" srcId="{F9EF6941-427C-4592-8CCA-EEEC544DCA48}" destId="{65BF4074-A999-4EF4-8157-0A451516A121}" srcOrd="0" destOrd="0" presId="urn:microsoft.com/office/officeart/2008/layout/VerticalAccentList"/>
    <dgm:cxn modelId="{CBC3C4B1-6E17-4CDE-A972-85C212AEAFE2}" type="presParOf" srcId="{656649B5-DE5C-4B15-9F49-2F7D51AEBFD4}" destId="{3938FBAD-A68B-44AE-BF68-21292257CF96}" srcOrd="13" destOrd="0" presId="urn:microsoft.com/office/officeart/2008/layout/VerticalAccentList"/>
    <dgm:cxn modelId="{1E3D1482-E4FA-4D9D-9425-E502AEEBC40D}" type="presParOf" srcId="{3938FBAD-A68B-44AE-BF68-21292257CF96}" destId="{8966BAF5-3E80-4059-B4C9-A32AFADA2137}" srcOrd="0" destOrd="0" presId="urn:microsoft.com/office/officeart/2008/layout/VerticalAccentList"/>
    <dgm:cxn modelId="{837F1C28-EBE3-4F51-B992-2243B17D3914}" type="presParOf" srcId="{3938FBAD-A68B-44AE-BF68-21292257CF96}" destId="{CE8489F0-43FF-49E5-8318-A1DA4FCBB06D}" srcOrd="1" destOrd="0" presId="urn:microsoft.com/office/officeart/2008/layout/VerticalAccentList"/>
    <dgm:cxn modelId="{37E09C57-F5E2-430D-B215-12B341947B06}" type="presParOf" srcId="{3938FBAD-A68B-44AE-BF68-21292257CF96}" destId="{FDB3C240-714F-4BB4-8CDB-25AB99608315}" srcOrd="2" destOrd="0" presId="urn:microsoft.com/office/officeart/2008/layout/VerticalAccentList"/>
    <dgm:cxn modelId="{D751FCC2-66B6-4A68-9936-1A4B435C6A9F}" type="presParOf" srcId="{3938FBAD-A68B-44AE-BF68-21292257CF96}" destId="{78EE9064-CA1A-4C5F-BD71-6C0AC7426487}" srcOrd="3" destOrd="0" presId="urn:microsoft.com/office/officeart/2008/layout/VerticalAccentList"/>
    <dgm:cxn modelId="{A34DCE22-16F7-4E18-A533-B8D6F21D9840}" type="presParOf" srcId="{3938FBAD-A68B-44AE-BF68-21292257CF96}" destId="{509C7473-E2CA-4372-8DCE-A4506C0C0DCE}" srcOrd="4" destOrd="0" presId="urn:microsoft.com/office/officeart/2008/layout/VerticalAccentList"/>
    <dgm:cxn modelId="{7BC247D0-DF2B-4520-8183-F757D7453A38}" type="presParOf" srcId="{3938FBAD-A68B-44AE-BF68-21292257CF96}" destId="{C0107122-3EB7-490C-ACB9-7B7D976B7D97}" srcOrd="5" destOrd="0" presId="urn:microsoft.com/office/officeart/2008/layout/VerticalAccentList"/>
    <dgm:cxn modelId="{C4833CFF-786A-49A7-91C8-D1C1F6313947}" type="presParOf" srcId="{3938FBAD-A68B-44AE-BF68-21292257CF96}" destId="{20D9AF91-ED98-4988-B6E3-4D52BD9D87DA}" srcOrd="6" destOrd="0" presId="urn:microsoft.com/office/officeart/2008/layout/VerticalAccentList"/>
    <dgm:cxn modelId="{8B41651D-04FB-4A9E-AA1F-9543D6B36E6A}" type="presParOf" srcId="{3938FBAD-A68B-44AE-BF68-21292257CF96}" destId="{0C0E5EE8-3A57-4F89-A11B-EC08F6DE41A0}" srcOrd="7" destOrd="0" presId="urn:microsoft.com/office/officeart/2008/layout/VerticalAccentList"/>
    <dgm:cxn modelId="{1DB0F5CB-DEA0-4773-B9E3-A8C41FEB4561}" type="presParOf" srcId="{656649B5-DE5C-4B15-9F49-2F7D51AEBFD4}" destId="{DEC7D343-3325-44A0-8486-585803F4168E}" srcOrd="14" destOrd="0" presId="urn:microsoft.com/office/officeart/2008/layout/VerticalAccentList"/>
    <dgm:cxn modelId="{DE23013B-4F8C-452B-BEE4-C80E8D6A1A40}" type="presParOf" srcId="{656649B5-DE5C-4B15-9F49-2F7D51AEBFD4}" destId="{1E15C3E6-3C3C-4D81-8EAA-6580878784F3}" srcOrd="15" destOrd="0" presId="urn:microsoft.com/office/officeart/2008/layout/VerticalAccentList"/>
    <dgm:cxn modelId="{1F7A6EDB-7270-4EAA-B2F2-F61D5470CAC5}" type="presParOf" srcId="{1E15C3E6-3C3C-4D81-8EAA-6580878784F3}" destId="{E17BDB52-7294-4DA8-A523-99C401ADDA8D}" srcOrd="0" destOrd="0" presId="urn:microsoft.com/office/officeart/2008/layout/VerticalAccentList"/>
    <dgm:cxn modelId="{8305E025-B2A8-4B27-A04A-0E4F43D6A681}" type="presParOf" srcId="{656649B5-DE5C-4B15-9F49-2F7D51AEBFD4}" destId="{AC604BBB-627E-4CB0-B283-DB4C480458DE}" srcOrd="16" destOrd="0" presId="urn:microsoft.com/office/officeart/2008/layout/VerticalAccentList"/>
    <dgm:cxn modelId="{13DF2235-FC04-47BE-90F6-A9B5BBE63967}" type="presParOf" srcId="{AC604BBB-627E-4CB0-B283-DB4C480458DE}" destId="{699AC77E-E68D-4F1F-AE3C-95D79CF3D864}" srcOrd="0" destOrd="0" presId="urn:microsoft.com/office/officeart/2008/layout/VerticalAccentList"/>
    <dgm:cxn modelId="{B89E6577-1FCF-4D39-9DAE-1D7FD6E94B4C}" type="presParOf" srcId="{AC604BBB-627E-4CB0-B283-DB4C480458DE}" destId="{207D1AAB-0969-4E37-B363-88333ED78D36}" srcOrd="1" destOrd="0" presId="urn:microsoft.com/office/officeart/2008/layout/VerticalAccentList"/>
    <dgm:cxn modelId="{00F7F24F-43B6-4E6E-8FAC-A9C58F71F373}" type="presParOf" srcId="{AC604BBB-627E-4CB0-B283-DB4C480458DE}" destId="{D7CD63C9-F755-45F9-8139-E0531A17BD60}" srcOrd="2" destOrd="0" presId="urn:microsoft.com/office/officeart/2008/layout/VerticalAccentList"/>
    <dgm:cxn modelId="{7DDB3181-A412-4843-A189-C2BDB406061D}" type="presParOf" srcId="{AC604BBB-627E-4CB0-B283-DB4C480458DE}" destId="{E2C2401F-A944-4491-9CBE-CDC1D8E50192}" srcOrd="3" destOrd="0" presId="urn:microsoft.com/office/officeart/2008/layout/VerticalAccentList"/>
    <dgm:cxn modelId="{EB2466E2-DE02-45F6-B773-0F67750DC707}" type="presParOf" srcId="{AC604BBB-627E-4CB0-B283-DB4C480458DE}" destId="{BB911574-C157-4C6A-A3CE-17CE475DDE56}" srcOrd="4" destOrd="0" presId="urn:microsoft.com/office/officeart/2008/layout/VerticalAccentList"/>
    <dgm:cxn modelId="{FF19E67D-CDCC-4A6C-8791-F3CE1BF08CE5}" type="presParOf" srcId="{AC604BBB-627E-4CB0-B283-DB4C480458DE}" destId="{0C9BE129-938D-42A0-ADED-8D6875897231}" srcOrd="5" destOrd="0" presId="urn:microsoft.com/office/officeart/2008/layout/VerticalAccentList"/>
    <dgm:cxn modelId="{C4758EA1-EFF9-475E-9772-B55CA2F6ED3E}" type="presParOf" srcId="{AC604BBB-627E-4CB0-B283-DB4C480458DE}" destId="{55B50F2D-E346-400D-BABE-9944613CE458}" srcOrd="6" destOrd="0" presId="urn:microsoft.com/office/officeart/2008/layout/VerticalAccentList"/>
    <dgm:cxn modelId="{D3358E9D-2DE1-4756-9F23-C793503C2269}" type="presParOf" srcId="{AC604BBB-627E-4CB0-B283-DB4C480458DE}" destId="{5B0996EF-EB10-4916-895D-E50D6D958FBB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1D1815-9201-4A6E-9664-330CF7ACB304}">
      <dsp:nvSpPr>
        <dsp:cNvPr id="0" name=""/>
        <dsp:cNvSpPr/>
      </dsp:nvSpPr>
      <dsp:spPr>
        <a:xfrm>
          <a:off x="660579" y="290"/>
          <a:ext cx="2912206" cy="264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&lt;&lt;Name1&gt;&gt;</a:t>
          </a:r>
        </a:p>
      </dsp:txBody>
      <dsp:txXfrm>
        <a:off x="660579" y="290"/>
        <a:ext cx="2912206" cy="264746"/>
      </dsp:txXfrm>
    </dsp:sp>
    <dsp:sp modelId="{04BF8438-6FBF-43C7-9C38-63E1F1546BAB}">
      <dsp:nvSpPr>
        <dsp:cNvPr id="0" name=""/>
        <dsp:cNvSpPr/>
      </dsp:nvSpPr>
      <dsp:spPr>
        <a:xfrm>
          <a:off x="660579" y="265036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CCAC88-7039-43D1-A77B-7C9EC3656BCF}">
      <dsp:nvSpPr>
        <dsp:cNvPr id="0" name=""/>
        <dsp:cNvSpPr/>
      </dsp:nvSpPr>
      <dsp:spPr>
        <a:xfrm>
          <a:off x="1069906" y="265036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108897"/>
            <a:satOff val="656"/>
            <a:lumOff val="53"/>
            <a:alphaOff val="0"/>
          </a:schemeClr>
        </a:solidFill>
        <a:ln w="25400" cap="flat" cmpd="sng" algn="ctr">
          <a:solidFill>
            <a:schemeClr val="accent4">
              <a:hueOff val="-108897"/>
              <a:satOff val="656"/>
              <a:lumOff val="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E12E1D-9842-4A96-BE93-8C5EC36F76D0}">
      <dsp:nvSpPr>
        <dsp:cNvPr id="0" name=""/>
        <dsp:cNvSpPr/>
      </dsp:nvSpPr>
      <dsp:spPr>
        <a:xfrm>
          <a:off x="1479557" y="265036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217794"/>
            <a:satOff val="1312"/>
            <a:lumOff val="105"/>
            <a:alphaOff val="0"/>
          </a:schemeClr>
        </a:solidFill>
        <a:ln w="25400" cap="flat" cmpd="sng" algn="ctr">
          <a:solidFill>
            <a:schemeClr val="accent4">
              <a:hueOff val="-217794"/>
              <a:satOff val="1312"/>
              <a:lumOff val="1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D8F1CE-F572-4205-8E7E-1C4F710EE61D}">
      <dsp:nvSpPr>
        <dsp:cNvPr id="0" name=""/>
        <dsp:cNvSpPr/>
      </dsp:nvSpPr>
      <dsp:spPr>
        <a:xfrm>
          <a:off x="1888884" y="265036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326690"/>
            <a:satOff val="1968"/>
            <a:lumOff val="158"/>
            <a:alphaOff val="0"/>
          </a:schemeClr>
        </a:solidFill>
        <a:ln w="25400" cap="flat" cmpd="sng" algn="ctr">
          <a:solidFill>
            <a:schemeClr val="accent4">
              <a:hueOff val="-326690"/>
              <a:satOff val="1968"/>
              <a:lumOff val="1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6B96C8-757D-4F84-BDCB-1641682FAA5D}">
      <dsp:nvSpPr>
        <dsp:cNvPr id="0" name=""/>
        <dsp:cNvSpPr/>
      </dsp:nvSpPr>
      <dsp:spPr>
        <a:xfrm>
          <a:off x="2298534" y="265036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435587"/>
            <a:satOff val="2624"/>
            <a:lumOff val="210"/>
            <a:alphaOff val="0"/>
          </a:schemeClr>
        </a:solidFill>
        <a:ln w="25400" cap="flat" cmpd="sng" algn="ctr">
          <a:solidFill>
            <a:schemeClr val="accent4">
              <a:hueOff val="-435587"/>
              <a:satOff val="2624"/>
              <a:lumOff val="21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418A4F-DE16-4843-ACF2-D1B5BEE0D28E}">
      <dsp:nvSpPr>
        <dsp:cNvPr id="0" name=""/>
        <dsp:cNvSpPr/>
      </dsp:nvSpPr>
      <dsp:spPr>
        <a:xfrm>
          <a:off x="2707861" y="265036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544484"/>
            <a:satOff val="3280"/>
            <a:lumOff val="263"/>
            <a:alphaOff val="0"/>
          </a:schemeClr>
        </a:solidFill>
        <a:ln w="25400" cap="flat" cmpd="sng" algn="ctr">
          <a:solidFill>
            <a:schemeClr val="accent4">
              <a:hueOff val="-544484"/>
              <a:satOff val="3280"/>
              <a:lumOff val="2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5A2E4C-5194-466B-9FC8-0132AF17C67C}">
      <dsp:nvSpPr>
        <dsp:cNvPr id="0" name=""/>
        <dsp:cNvSpPr/>
      </dsp:nvSpPr>
      <dsp:spPr>
        <a:xfrm>
          <a:off x="3117511" y="265036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653381"/>
            <a:satOff val="3936"/>
            <a:lumOff val="316"/>
            <a:alphaOff val="0"/>
          </a:schemeClr>
        </a:solidFill>
        <a:ln w="25400" cap="flat" cmpd="sng" algn="ctr">
          <a:solidFill>
            <a:schemeClr val="accent4">
              <a:hueOff val="-653381"/>
              <a:satOff val="3936"/>
              <a:lumOff val="31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F44510-39F2-43BE-AB90-6A1485F3F500}">
      <dsp:nvSpPr>
        <dsp:cNvPr id="0" name=""/>
        <dsp:cNvSpPr/>
      </dsp:nvSpPr>
      <dsp:spPr>
        <a:xfrm>
          <a:off x="660579" y="318966"/>
          <a:ext cx="2950065" cy="43143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Task assigned</a:t>
          </a:r>
        </a:p>
      </dsp:txBody>
      <dsp:txXfrm>
        <a:off x="660579" y="318966"/>
        <a:ext cx="2950065" cy="431438"/>
      </dsp:txXfrm>
    </dsp:sp>
    <dsp:sp modelId="{2E7B0064-170D-4C76-97F6-25C1FAE56338}">
      <dsp:nvSpPr>
        <dsp:cNvPr id="0" name=""/>
        <dsp:cNvSpPr/>
      </dsp:nvSpPr>
      <dsp:spPr>
        <a:xfrm>
          <a:off x="660579" y="879828"/>
          <a:ext cx="2912206" cy="264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&lt;&lt;Name2&gt;&gt;</a:t>
          </a:r>
        </a:p>
      </dsp:txBody>
      <dsp:txXfrm>
        <a:off x="660579" y="879828"/>
        <a:ext cx="2912206" cy="264746"/>
      </dsp:txXfrm>
    </dsp:sp>
    <dsp:sp modelId="{D01B3E30-4D4D-4C2C-A434-26E505AACEE5}">
      <dsp:nvSpPr>
        <dsp:cNvPr id="0" name=""/>
        <dsp:cNvSpPr/>
      </dsp:nvSpPr>
      <dsp:spPr>
        <a:xfrm>
          <a:off x="660579" y="1144574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762278"/>
            <a:satOff val="4593"/>
            <a:lumOff val="368"/>
            <a:alphaOff val="0"/>
          </a:schemeClr>
        </a:solidFill>
        <a:ln w="25400" cap="flat" cmpd="sng" algn="ctr">
          <a:solidFill>
            <a:schemeClr val="accent4">
              <a:hueOff val="-762278"/>
              <a:satOff val="4593"/>
              <a:lumOff val="36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A3872F-39C5-4C27-A1A0-5C2D010D6E32}">
      <dsp:nvSpPr>
        <dsp:cNvPr id="0" name=""/>
        <dsp:cNvSpPr/>
      </dsp:nvSpPr>
      <dsp:spPr>
        <a:xfrm>
          <a:off x="1069906" y="1144574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871175"/>
            <a:satOff val="5249"/>
            <a:lumOff val="421"/>
            <a:alphaOff val="0"/>
          </a:schemeClr>
        </a:solidFill>
        <a:ln w="25400" cap="flat" cmpd="sng" algn="ctr">
          <a:solidFill>
            <a:schemeClr val="accent4">
              <a:hueOff val="-871175"/>
              <a:satOff val="5249"/>
              <a:lumOff val="42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C4BAE0-ACDB-4685-80DB-484712BF3DF0}">
      <dsp:nvSpPr>
        <dsp:cNvPr id="0" name=""/>
        <dsp:cNvSpPr/>
      </dsp:nvSpPr>
      <dsp:spPr>
        <a:xfrm>
          <a:off x="1479557" y="1144574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980071"/>
            <a:satOff val="5905"/>
            <a:lumOff val="473"/>
            <a:alphaOff val="0"/>
          </a:schemeClr>
        </a:solidFill>
        <a:ln w="25400" cap="flat" cmpd="sng" algn="ctr">
          <a:solidFill>
            <a:schemeClr val="accent4">
              <a:hueOff val="-980071"/>
              <a:satOff val="5905"/>
              <a:lumOff val="4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19ECD7-5F62-46A5-AD0C-6260A7E0E8EB}">
      <dsp:nvSpPr>
        <dsp:cNvPr id="0" name=""/>
        <dsp:cNvSpPr/>
      </dsp:nvSpPr>
      <dsp:spPr>
        <a:xfrm>
          <a:off x="1888884" y="1144574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1088968"/>
            <a:satOff val="6561"/>
            <a:lumOff val="526"/>
            <a:alphaOff val="0"/>
          </a:schemeClr>
        </a:solidFill>
        <a:ln w="25400" cap="flat" cmpd="sng" algn="ctr">
          <a:solidFill>
            <a:schemeClr val="accent4">
              <a:hueOff val="-1088968"/>
              <a:satOff val="6561"/>
              <a:lumOff val="5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AE10AD-6787-448F-B96D-D313F457AAFC}">
      <dsp:nvSpPr>
        <dsp:cNvPr id="0" name=""/>
        <dsp:cNvSpPr/>
      </dsp:nvSpPr>
      <dsp:spPr>
        <a:xfrm>
          <a:off x="2298534" y="1144574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1197865"/>
            <a:satOff val="7217"/>
            <a:lumOff val="578"/>
            <a:alphaOff val="0"/>
          </a:schemeClr>
        </a:solidFill>
        <a:ln w="25400" cap="flat" cmpd="sng" algn="ctr">
          <a:solidFill>
            <a:schemeClr val="accent4">
              <a:hueOff val="-1197865"/>
              <a:satOff val="7217"/>
              <a:lumOff val="5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D437D4-8004-4428-8F48-316B14AC85FE}">
      <dsp:nvSpPr>
        <dsp:cNvPr id="0" name=""/>
        <dsp:cNvSpPr/>
      </dsp:nvSpPr>
      <dsp:spPr>
        <a:xfrm>
          <a:off x="2707861" y="1144574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1306762"/>
            <a:satOff val="7873"/>
            <a:lumOff val="631"/>
            <a:alphaOff val="0"/>
          </a:schemeClr>
        </a:solidFill>
        <a:ln w="25400" cap="flat" cmpd="sng" algn="ctr">
          <a:solidFill>
            <a:schemeClr val="accent4">
              <a:hueOff val="-1306762"/>
              <a:satOff val="7873"/>
              <a:lumOff val="63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BC82A7-4DFE-4032-8E3E-4B8BB53EBEBB}">
      <dsp:nvSpPr>
        <dsp:cNvPr id="0" name=""/>
        <dsp:cNvSpPr/>
      </dsp:nvSpPr>
      <dsp:spPr>
        <a:xfrm>
          <a:off x="3117511" y="1144574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1415659"/>
            <a:satOff val="8529"/>
            <a:lumOff val="684"/>
            <a:alphaOff val="0"/>
          </a:schemeClr>
        </a:solidFill>
        <a:ln w="25400" cap="flat" cmpd="sng" algn="ctr">
          <a:solidFill>
            <a:schemeClr val="accent4">
              <a:hueOff val="-1415659"/>
              <a:satOff val="8529"/>
              <a:lumOff val="6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BCC7ED-ABCC-4890-9707-5C7122B3D5DE}">
      <dsp:nvSpPr>
        <dsp:cNvPr id="0" name=""/>
        <dsp:cNvSpPr/>
      </dsp:nvSpPr>
      <dsp:spPr>
        <a:xfrm>
          <a:off x="660579" y="1198504"/>
          <a:ext cx="2950065" cy="43143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892954"/>
              <a:satOff val="5380"/>
              <a:lumOff val="43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Task Assigned</a:t>
          </a:r>
        </a:p>
      </dsp:txBody>
      <dsp:txXfrm>
        <a:off x="660579" y="1198504"/>
        <a:ext cx="2950065" cy="431438"/>
      </dsp:txXfrm>
    </dsp:sp>
    <dsp:sp modelId="{6085E902-4809-4D67-8309-448384A2BD7B}">
      <dsp:nvSpPr>
        <dsp:cNvPr id="0" name=""/>
        <dsp:cNvSpPr/>
      </dsp:nvSpPr>
      <dsp:spPr>
        <a:xfrm>
          <a:off x="660579" y="1759366"/>
          <a:ext cx="2912206" cy="264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&lt;&lt;Name3&gt;&gt;</a:t>
          </a:r>
        </a:p>
      </dsp:txBody>
      <dsp:txXfrm>
        <a:off x="660579" y="1759366"/>
        <a:ext cx="2912206" cy="264746"/>
      </dsp:txXfrm>
    </dsp:sp>
    <dsp:sp modelId="{D07014C2-9060-4763-A979-958CE3686AF8}">
      <dsp:nvSpPr>
        <dsp:cNvPr id="0" name=""/>
        <dsp:cNvSpPr/>
      </dsp:nvSpPr>
      <dsp:spPr>
        <a:xfrm>
          <a:off x="660579" y="2024112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1524555"/>
            <a:satOff val="9185"/>
            <a:lumOff val="736"/>
            <a:alphaOff val="0"/>
          </a:schemeClr>
        </a:solidFill>
        <a:ln w="25400" cap="flat" cmpd="sng" algn="ctr">
          <a:solidFill>
            <a:schemeClr val="accent4">
              <a:hueOff val="-1524555"/>
              <a:satOff val="9185"/>
              <a:lumOff val="73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E246D2-E5C0-4421-B24F-1072AC465743}">
      <dsp:nvSpPr>
        <dsp:cNvPr id="0" name=""/>
        <dsp:cNvSpPr/>
      </dsp:nvSpPr>
      <dsp:spPr>
        <a:xfrm>
          <a:off x="1069906" y="2024112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1633452"/>
            <a:satOff val="9841"/>
            <a:lumOff val="789"/>
            <a:alphaOff val="0"/>
          </a:schemeClr>
        </a:solidFill>
        <a:ln w="25400" cap="flat" cmpd="sng" algn="ctr">
          <a:solidFill>
            <a:schemeClr val="accent4">
              <a:hueOff val="-1633452"/>
              <a:satOff val="9841"/>
              <a:lumOff val="78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B0FE44-4133-4E7D-8172-61D85C52D5AC}">
      <dsp:nvSpPr>
        <dsp:cNvPr id="0" name=""/>
        <dsp:cNvSpPr/>
      </dsp:nvSpPr>
      <dsp:spPr>
        <a:xfrm>
          <a:off x="1479557" y="2024112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1742349"/>
            <a:satOff val="10497"/>
            <a:lumOff val="841"/>
            <a:alphaOff val="0"/>
          </a:schemeClr>
        </a:solidFill>
        <a:ln w="25400" cap="flat" cmpd="sng" algn="ctr">
          <a:solidFill>
            <a:schemeClr val="accent4">
              <a:hueOff val="-1742349"/>
              <a:satOff val="10497"/>
              <a:lumOff val="84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C76C6B-781A-4A15-8142-4843CE0395A3}">
      <dsp:nvSpPr>
        <dsp:cNvPr id="0" name=""/>
        <dsp:cNvSpPr/>
      </dsp:nvSpPr>
      <dsp:spPr>
        <a:xfrm>
          <a:off x="1888884" y="2024112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1851246"/>
            <a:satOff val="11153"/>
            <a:lumOff val="894"/>
            <a:alphaOff val="0"/>
          </a:schemeClr>
        </a:solidFill>
        <a:ln w="25400" cap="flat" cmpd="sng" algn="ctr">
          <a:solidFill>
            <a:schemeClr val="accent4">
              <a:hueOff val="-1851246"/>
              <a:satOff val="11153"/>
              <a:lumOff val="8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5F7999-C7C8-48C8-A707-E6F70E1FCDDE}">
      <dsp:nvSpPr>
        <dsp:cNvPr id="0" name=""/>
        <dsp:cNvSpPr/>
      </dsp:nvSpPr>
      <dsp:spPr>
        <a:xfrm>
          <a:off x="2298534" y="2024112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1960143"/>
            <a:satOff val="11809"/>
            <a:lumOff val="947"/>
            <a:alphaOff val="0"/>
          </a:schemeClr>
        </a:solidFill>
        <a:ln w="25400" cap="flat" cmpd="sng" algn="ctr">
          <a:solidFill>
            <a:schemeClr val="accent4">
              <a:hueOff val="-1960143"/>
              <a:satOff val="11809"/>
              <a:lumOff val="9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820F6B-7B7E-4068-BCF2-9D347DA7FACB}">
      <dsp:nvSpPr>
        <dsp:cNvPr id="0" name=""/>
        <dsp:cNvSpPr/>
      </dsp:nvSpPr>
      <dsp:spPr>
        <a:xfrm>
          <a:off x="2707861" y="2024112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2069040"/>
            <a:satOff val="12465"/>
            <a:lumOff val="999"/>
            <a:alphaOff val="0"/>
          </a:schemeClr>
        </a:solidFill>
        <a:ln w="25400" cap="flat" cmpd="sng" algn="ctr">
          <a:solidFill>
            <a:schemeClr val="accent4">
              <a:hueOff val="-2069040"/>
              <a:satOff val="12465"/>
              <a:lumOff val="99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8818F2-8764-43D9-82A8-7240E87C2160}">
      <dsp:nvSpPr>
        <dsp:cNvPr id="0" name=""/>
        <dsp:cNvSpPr/>
      </dsp:nvSpPr>
      <dsp:spPr>
        <a:xfrm>
          <a:off x="3117511" y="2024112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2177936"/>
            <a:satOff val="13121"/>
            <a:lumOff val="1052"/>
            <a:alphaOff val="0"/>
          </a:schemeClr>
        </a:solidFill>
        <a:ln w="25400" cap="flat" cmpd="sng" algn="ctr">
          <a:solidFill>
            <a:schemeClr val="accent4">
              <a:hueOff val="-2177936"/>
              <a:satOff val="13121"/>
              <a:lumOff val="10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9ED1B5-63C8-40C7-A814-CED5ECAE26AD}">
      <dsp:nvSpPr>
        <dsp:cNvPr id="0" name=""/>
        <dsp:cNvSpPr/>
      </dsp:nvSpPr>
      <dsp:spPr>
        <a:xfrm>
          <a:off x="660579" y="2078042"/>
          <a:ext cx="2950065" cy="43143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1785908"/>
              <a:satOff val="10760"/>
              <a:lumOff val="86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Task Assigned</a:t>
          </a:r>
        </a:p>
      </dsp:txBody>
      <dsp:txXfrm>
        <a:off x="660579" y="2078042"/>
        <a:ext cx="2950065" cy="431438"/>
      </dsp:txXfrm>
    </dsp:sp>
    <dsp:sp modelId="{FD6321EA-31A1-4AF9-9BFF-C4942BEC53DB}">
      <dsp:nvSpPr>
        <dsp:cNvPr id="0" name=""/>
        <dsp:cNvSpPr/>
      </dsp:nvSpPr>
      <dsp:spPr>
        <a:xfrm>
          <a:off x="660579" y="2638904"/>
          <a:ext cx="2912206" cy="264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&lt;&lt;Name4&gt;&gt;</a:t>
          </a:r>
        </a:p>
      </dsp:txBody>
      <dsp:txXfrm>
        <a:off x="660579" y="2638904"/>
        <a:ext cx="2912206" cy="264746"/>
      </dsp:txXfrm>
    </dsp:sp>
    <dsp:sp modelId="{14BF8759-C563-42F9-925C-B32A2FA231D0}">
      <dsp:nvSpPr>
        <dsp:cNvPr id="0" name=""/>
        <dsp:cNvSpPr/>
      </dsp:nvSpPr>
      <dsp:spPr>
        <a:xfrm>
          <a:off x="660579" y="2903650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2286833"/>
            <a:satOff val="13778"/>
            <a:lumOff val="1104"/>
            <a:alphaOff val="0"/>
          </a:schemeClr>
        </a:solidFill>
        <a:ln w="25400" cap="flat" cmpd="sng" algn="ctr">
          <a:solidFill>
            <a:schemeClr val="accent4">
              <a:hueOff val="-2286833"/>
              <a:satOff val="13778"/>
              <a:lumOff val="11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4702D3-4E87-4534-876A-4D84BA3126BF}">
      <dsp:nvSpPr>
        <dsp:cNvPr id="0" name=""/>
        <dsp:cNvSpPr/>
      </dsp:nvSpPr>
      <dsp:spPr>
        <a:xfrm>
          <a:off x="1069906" y="2903650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2395730"/>
            <a:satOff val="14434"/>
            <a:lumOff val="1157"/>
            <a:alphaOff val="0"/>
          </a:schemeClr>
        </a:solidFill>
        <a:ln w="25400" cap="flat" cmpd="sng" algn="ctr">
          <a:solidFill>
            <a:schemeClr val="accent4">
              <a:hueOff val="-2395730"/>
              <a:satOff val="14434"/>
              <a:lumOff val="1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92E07A-08A1-4603-B2FA-82442F6CAA95}">
      <dsp:nvSpPr>
        <dsp:cNvPr id="0" name=""/>
        <dsp:cNvSpPr/>
      </dsp:nvSpPr>
      <dsp:spPr>
        <a:xfrm>
          <a:off x="1479557" y="2903650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2504627"/>
            <a:satOff val="15090"/>
            <a:lumOff val="1209"/>
            <a:alphaOff val="0"/>
          </a:schemeClr>
        </a:solidFill>
        <a:ln w="25400" cap="flat" cmpd="sng" algn="ctr">
          <a:solidFill>
            <a:schemeClr val="accent4">
              <a:hueOff val="-2504627"/>
              <a:satOff val="15090"/>
              <a:lumOff val="120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D2D134-A7D2-4077-A232-2D2005A94BF1}">
      <dsp:nvSpPr>
        <dsp:cNvPr id="0" name=""/>
        <dsp:cNvSpPr/>
      </dsp:nvSpPr>
      <dsp:spPr>
        <a:xfrm>
          <a:off x="1888884" y="2903650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2613524"/>
            <a:satOff val="15746"/>
            <a:lumOff val="1262"/>
            <a:alphaOff val="0"/>
          </a:schemeClr>
        </a:solidFill>
        <a:ln w="25400" cap="flat" cmpd="sng" algn="ctr">
          <a:solidFill>
            <a:schemeClr val="accent4">
              <a:hueOff val="-2613524"/>
              <a:satOff val="15746"/>
              <a:lumOff val="126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C7BAC9-183B-42FC-A23D-C2F28120EFC4}">
      <dsp:nvSpPr>
        <dsp:cNvPr id="0" name=""/>
        <dsp:cNvSpPr/>
      </dsp:nvSpPr>
      <dsp:spPr>
        <a:xfrm>
          <a:off x="2298534" y="2903650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2722421"/>
            <a:satOff val="16402"/>
            <a:lumOff val="1315"/>
            <a:alphaOff val="0"/>
          </a:schemeClr>
        </a:solidFill>
        <a:ln w="25400" cap="flat" cmpd="sng" algn="ctr">
          <a:solidFill>
            <a:schemeClr val="accent4">
              <a:hueOff val="-2722421"/>
              <a:satOff val="16402"/>
              <a:lumOff val="13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5C3BD1-66EB-48C6-8A01-5EB401F703AD}">
      <dsp:nvSpPr>
        <dsp:cNvPr id="0" name=""/>
        <dsp:cNvSpPr/>
      </dsp:nvSpPr>
      <dsp:spPr>
        <a:xfrm>
          <a:off x="2707861" y="2903650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2831317"/>
            <a:satOff val="17058"/>
            <a:lumOff val="1367"/>
            <a:alphaOff val="0"/>
          </a:schemeClr>
        </a:solidFill>
        <a:ln w="25400" cap="flat" cmpd="sng" algn="ctr">
          <a:solidFill>
            <a:schemeClr val="accent4">
              <a:hueOff val="-2831317"/>
              <a:satOff val="17058"/>
              <a:lumOff val="136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F936FA-5D0B-4D31-ACA8-151E3B4504E8}">
      <dsp:nvSpPr>
        <dsp:cNvPr id="0" name=""/>
        <dsp:cNvSpPr/>
      </dsp:nvSpPr>
      <dsp:spPr>
        <a:xfrm>
          <a:off x="3117511" y="2903650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2940214"/>
            <a:satOff val="17714"/>
            <a:lumOff val="1420"/>
            <a:alphaOff val="0"/>
          </a:schemeClr>
        </a:solidFill>
        <a:ln w="25400" cap="flat" cmpd="sng" algn="ctr">
          <a:solidFill>
            <a:schemeClr val="accent4">
              <a:hueOff val="-2940214"/>
              <a:satOff val="17714"/>
              <a:lumOff val="142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540580-0A65-4C6F-861B-F455729EEDA5}">
      <dsp:nvSpPr>
        <dsp:cNvPr id="0" name=""/>
        <dsp:cNvSpPr/>
      </dsp:nvSpPr>
      <dsp:spPr>
        <a:xfrm>
          <a:off x="660579" y="2957580"/>
          <a:ext cx="2950065" cy="43143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2678862"/>
              <a:satOff val="16139"/>
              <a:lumOff val="12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Task assigned</a:t>
          </a:r>
        </a:p>
      </dsp:txBody>
      <dsp:txXfrm>
        <a:off x="660579" y="2957580"/>
        <a:ext cx="2950065" cy="431438"/>
      </dsp:txXfrm>
    </dsp:sp>
    <dsp:sp modelId="{65BF4074-A999-4EF4-8157-0A451516A121}">
      <dsp:nvSpPr>
        <dsp:cNvPr id="0" name=""/>
        <dsp:cNvSpPr/>
      </dsp:nvSpPr>
      <dsp:spPr>
        <a:xfrm>
          <a:off x="660579" y="3518442"/>
          <a:ext cx="2912206" cy="264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&lt;&lt;Name5&gt;&gt;</a:t>
          </a:r>
        </a:p>
      </dsp:txBody>
      <dsp:txXfrm>
        <a:off x="660579" y="3518442"/>
        <a:ext cx="2912206" cy="264746"/>
      </dsp:txXfrm>
    </dsp:sp>
    <dsp:sp modelId="{8966BAF5-3E80-4059-B4C9-A32AFADA2137}">
      <dsp:nvSpPr>
        <dsp:cNvPr id="0" name=""/>
        <dsp:cNvSpPr/>
      </dsp:nvSpPr>
      <dsp:spPr>
        <a:xfrm>
          <a:off x="660579" y="3783188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3049111"/>
            <a:satOff val="18370"/>
            <a:lumOff val="1472"/>
            <a:alphaOff val="0"/>
          </a:schemeClr>
        </a:solidFill>
        <a:ln w="25400" cap="flat" cmpd="sng" algn="ctr">
          <a:solidFill>
            <a:schemeClr val="accent4">
              <a:hueOff val="-3049111"/>
              <a:satOff val="18370"/>
              <a:lumOff val="14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8489F0-43FF-49E5-8318-A1DA4FCBB06D}">
      <dsp:nvSpPr>
        <dsp:cNvPr id="0" name=""/>
        <dsp:cNvSpPr/>
      </dsp:nvSpPr>
      <dsp:spPr>
        <a:xfrm>
          <a:off x="1069906" y="3783188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3158008"/>
            <a:satOff val="19026"/>
            <a:lumOff val="1525"/>
            <a:alphaOff val="0"/>
          </a:schemeClr>
        </a:solidFill>
        <a:ln w="25400" cap="flat" cmpd="sng" algn="ctr">
          <a:solidFill>
            <a:schemeClr val="accent4">
              <a:hueOff val="-3158008"/>
              <a:satOff val="19026"/>
              <a:lumOff val="15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B3C240-714F-4BB4-8CDB-25AB99608315}">
      <dsp:nvSpPr>
        <dsp:cNvPr id="0" name=""/>
        <dsp:cNvSpPr/>
      </dsp:nvSpPr>
      <dsp:spPr>
        <a:xfrm>
          <a:off x="1479557" y="3783188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3266905"/>
            <a:satOff val="19682"/>
            <a:lumOff val="1578"/>
            <a:alphaOff val="0"/>
          </a:schemeClr>
        </a:solidFill>
        <a:ln w="25400" cap="flat" cmpd="sng" algn="ctr">
          <a:solidFill>
            <a:schemeClr val="accent4">
              <a:hueOff val="-3266905"/>
              <a:satOff val="19682"/>
              <a:lumOff val="15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EE9064-CA1A-4C5F-BD71-6C0AC7426487}">
      <dsp:nvSpPr>
        <dsp:cNvPr id="0" name=""/>
        <dsp:cNvSpPr/>
      </dsp:nvSpPr>
      <dsp:spPr>
        <a:xfrm>
          <a:off x="1888884" y="3783188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3375801"/>
            <a:satOff val="20338"/>
            <a:lumOff val="1630"/>
            <a:alphaOff val="0"/>
          </a:schemeClr>
        </a:solidFill>
        <a:ln w="25400" cap="flat" cmpd="sng" algn="ctr">
          <a:solidFill>
            <a:schemeClr val="accent4">
              <a:hueOff val="-3375801"/>
              <a:satOff val="20338"/>
              <a:lumOff val="16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9C7473-E2CA-4372-8DCE-A4506C0C0DCE}">
      <dsp:nvSpPr>
        <dsp:cNvPr id="0" name=""/>
        <dsp:cNvSpPr/>
      </dsp:nvSpPr>
      <dsp:spPr>
        <a:xfrm>
          <a:off x="2298534" y="3783188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3484698"/>
            <a:satOff val="20994"/>
            <a:lumOff val="1683"/>
            <a:alphaOff val="0"/>
          </a:schemeClr>
        </a:solidFill>
        <a:ln w="25400" cap="flat" cmpd="sng" algn="ctr">
          <a:solidFill>
            <a:schemeClr val="accent4">
              <a:hueOff val="-3484698"/>
              <a:satOff val="20994"/>
              <a:lumOff val="16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107122-3EB7-490C-ACB9-7B7D976B7D97}">
      <dsp:nvSpPr>
        <dsp:cNvPr id="0" name=""/>
        <dsp:cNvSpPr/>
      </dsp:nvSpPr>
      <dsp:spPr>
        <a:xfrm>
          <a:off x="2707861" y="3783188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3593595"/>
            <a:satOff val="21650"/>
            <a:lumOff val="1735"/>
            <a:alphaOff val="0"/>
          </a:schemeClr>
        </a:solidFill>
        <a:ln w="25400" cap="flat" cmpd="sng" algn="ctr">
          <a:solidFill>
            <a:schemeClr val="accent4">
              <a:hueOff val="-3593595"/>
              <a:satOff val="21650"/>
              <a:lumOff val="173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D9AF91-ED98-4988-B6E3-4D52BD9D87DA}">
      <dsp:nvSpPr>
        <dsp:cNvPr id="0" name=""/>
        <dsp:cNvSpPr/>
      </dsp:nvSpPr>
      <dsp:spPr>
        <a:xfrm>
          <a:off x="3117511" y="3783188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3702492"/>
            <a:satOff val="22306"/>
            <a:lumOff val="1788"/>
            <a:alphaOff val="0"/>
          </a:schemeClr>
        </a:solidFill>
        <a:ln w="25400" cap="flat" cmpd="sng" algn="ctr">
          <a:solidFill>
            <a:schemeClr val="accent4">
              <a:hueOff val="-3702492"/>
              <a:satOff val="22306"/>
              <a:lumOff val="17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0E5EE8-3A57-4F89-A11B-EC08F6DE41A0}">
      <dsp:nvSpPr>
        <dsp:cNvPr id="0" name=""/>
        <dsp:cNvSpPr/>
      </dsp:nvSpPr>
      <dsp:spPr>
        <a:xfrm>
          <a:off x="660579" y="3837118"/>
          <a:ext cx="2950065" cy="43143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3571816"/>
              <a:satOff val="21519"/>
              <a:lumOff val="17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Task assigned</a:t>
          </a:r>
        </a:p>
      </dsp:txBody>
      <dsp:txXfrm>
        <a:off x="660579" y="3837118"/>
        <a:ext cx="2950065" cy="431438"/>
      </dsp:txXfrm>
    </dsp:sp>
    <dsp:sp modelId="{E17BDB52-7294-4DA8-A523-99C401ADDA8D}">
      <dsp:nvSpPr>
        <dsp:cNvPr id="0" name=""/>
        <dsp:cNvSpPr/>
      </dsp:nvSpPr>
      <dsp:spPr>
        <a:xfrm>
          <a:off x="660579" y="4397981"/>
          <a:ext cx="2912206" cy="264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&lt;&lt;Name6&gt;&gt;</a:t>
          </a:r>
        </a:p>
      </dsp:txBody>
      <dsp:txXfrm>
        <a:off x="660579" y="4397981"/>
        <a:ext cx="2912206" cy="264746"/>
      </dsp:txXfrm>
    </dsp:sp>
    <dsp:sp modelId="{699AC77E-E68D-4F1F-AE3C-95D79CF3D864}">
      <dsp:nvSpPr>
        <dsp:cNvPr id="0" name=""/>
        <dsp:cNvSpPr/>
      </dsp:nvSpPr>
      <dsp:spPr>
        <a:xfrm>
          <a:off x="660579" y="4662727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3811389"/>
            <a:satOff val="22963"/>
            <a:lumOff val="1840"/>
            <a:alphaOff val="0"/>
          </a:schemeClr>
        </a:solidFill>
        <a:ln w="25400" cap="flat" cmpd="sng" algn="ctr">
          <a:solidFill>
            <a:schemeClr val="accent4">
              <a:hueOff val="-3811389"/>
              <a:satOff val="22963"/>
              <a:lumOff val="184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7D1AAB-0969-4E37-B363-88333ED78D36}">
      <dsp:nvSpPr>
        <dsp:cNvPr id="0" name=""/>
        <dsp:cNvSpPr/>
      </dsp:nvSpPr>
      <dsp:spPr>
        <a:xfrm>
          <a:off x="1069906" y="4662727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3920285"/>
            <a:satOff val="23619"/>
            <a:lumOff val="1893"/>
            <a:alphaOff val="0"/>
          </a:schemeClr>
        </a:solidFill>
        <a:ln w="25400" cap="flat" cmpd="sng" algn="ctr">
          <a:solidFill>
            <a:schemeClr val="accent4">
              <a:hueOff val="-3920285"/>
              <a:satOff val="23619"/>
              <a:lumOff val="189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CD63C9-F755-45F9-8139-E0531A17BD60}">
      <dsp:nvSpPr>
        <dsp:cNvPr id="0" name=""/>
        <dsp:cNvSpPr/>
      </dsp:nvSpPr>
      <dsp:spPr>
        <a:xfrm>
          <a:off x="1479557" y="4662727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4029182"/>
            <a:satOff val="24275"/>
            <a:lumOff val="1946"/>
            <a:alphaOff val="0"/>
          </a:schemeClr>
        </a:solidFill>
        <a:ln w="25400" cap="flat" cmpd="sng" algn="ctr">
          <a:solidFill>
            <a:schemeClr val="accent4">
              <a:hueOff val="-4029182"/>
              <a:satOff val="24275"/>
              <a:lumOff val="19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C2401F-A944-4491-9CBE-CDC1D8E50192}">
      <dsp:nvSpPr>
        <dsp:cNvPr id="0" name=""/>
        <dsp:cNvSpPr/>
      </dsp:nvSpPr>
      <dsp:spPr>
        <a:xfrm>
          <a:off x="1888884" y="4662727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4138079"/>
            <a:satOff val="24931"/>
            <a:lumOff val="1998"/>
            <a:alphaOff val="0"/>
          </a:schemeClr>
        </a:solidFill>
        <a:ln w="25400" cap="flat" cmpd="sng" algn="ctr">
          <a:solidFill>
            <a:schemeClr val="accent4">
              <a:hueOff val="-4138079"/>
              <a:satOff val="24931"/>
              <a:lumOff val="19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911574-C157-4C6A-A3CE-17CE475DDE56}">
      <dsp:nvSpPr>
        <dsp:cNvPr id="0" name=""/>
        <dsp:cNvSpPr/>
      </dsp:nvSpPr>
      <dsp:spPr>
        <a:xfrm>
          <a:off x="2298534" y="4662727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4246976"/>
            <a:satOff val="25587"/>
            <a:lumOff val="2051"/>
            <a:alphaOff val="0"/>
          </a:schemeClr>
        </a:solidFill>
        <a:ln w="25400" cap="flat" cmpd="sng" algn="ctr">
          <a:solidFill>
            <a:schemeClr val="accent4">
              <a:hueOff val="-4246976"/>
              <a:satOff val="25587"/>
              <a:lumOff val="205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9BE129-938D-42A0-ADED-8D6875897231}">
      <dsp:nvSpPr>
        <dsp:cNvPr id="0" name=""/>
        <dsp:cNvSpPr/>
      </dsp:nvSpPr>
      <dsp:spPr>
        <a:xfrm>
          <a:off x="2707861" y="4662727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4355873"/>
            <a:satOff val="26243"/>
            <a:lumOff val="2103"/>
            <a:alphaOff val="0"/>
          </a:schemeClr>
        </a:solidFill>
        <a:ln w="25400" cap="flat" cmpd="sng" algn="ctr">
          <a:solidFill>
            <a:schemeClr val="accent4">
              <a:hueOff val="-4355873"/>
              <a:satOff val="26243"/>
              <a:lumOff val="210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B50F2D-E346-400D-BABE-9944613CE458}">
      <dsp:nvSpPr>
        <dsp:cNvPr id="0" name=""/>
        <dsp:cNvSpPr/>
      </dsp:nvSpPr>
      <dsp:spPr>
        <a:xfrm>
          <a:off x="3117511" y="4662727"/>
          <a:ext cx="681456" cy="539297"/>
        </a:xfrm>
        <a:prstGeom prst="chevron">
          <a:avLst>
            <a:gd name="adj" fmla="val 7061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0996EF-EB10-4916-895D-E50D6D958FBB}">
      <dsp:nvSpPr>
        <dsp:cNvPr id="0" name=""/>
        <dsp:cNvSpPr/>
      </dsp:nvSpPr>
      <dsp:spPr>
        <a:xfrm>
          <a:off x="660579" y="4716656"/>
          <a:ext cx="2950065" cy="43143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Task assigned</a:t>
          </a:r>
        </a:p>
      </dsp:txBody>
      <dsp:txXfrm>
        <a:off x="660579" y="4716656"/>
        <a:ext cx="2950065" cy="4314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8DC72-0701-4922-B9D1-CBFB540736DA}" type="datetimeFigureOut">
              <a:rPr lang="en-IN" smtClean="0"/>
              <a:t>28/01/26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33DB3-0243-45D5-87FD-27D2F51D2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64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0"/>
            <a:ext cx="9152529" cy="736270"/>
          </a:xfrm>
          <a:prstGeom prst="rect">
            <a:avLst/>
          </a:prstGeom>
          <a:gradFill>
            <a:gsLst>
              <a:gs pos="1000">
                <a:srgbClr val="166018"/>
              </a:gs>
              <a:gs pos="52000">
                <a:srgbClr val="00B0F0"/>
              </a:gs>
              <a:gs pos="100000">
                <a:schemeClr val="tx2">
                  <a:lumMod val="75000"/>
                </a:schemeClr>
              </a:gs>
              <a:gs pos="100000">
                <a:srgbClr val="4D0808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  <a:latin typeface="Franklin Gothic Demi" pitchFamily="34" charset="0"/>
              </a:rPr>
              <a:t>INDIAN INSTITUTE OF TECHNOLOGY ROORKEE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896" y="-1281"/>
            <a:ext cx="755828" cy="732103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006150"/>
            <a:ext cx="9133727" cy="185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7814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64286" y="-1480"/>
            <a:ext cx="979715" cy="961360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3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>
            <a:lum bright="3000"/>
          </a:blip>
          <a:stretch>
            <a:fillRect/>
          </a:stretch>
        </p:blipFill>
        <p:spPr>
          <a:xfrm>
            <a:off x="1873073" y="2118212"/>
            <a:ext cx="5321656" cy="3510576"/>
          </a:xfrm>
          <a:prstGeom prst="rect">
            <a:avLst/>
          </a:prstGeom>
        </p:spPr>
      </p:pic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050" smtClean="0"/>
              <a:pPr algn="r">
                <a:defRPr/>
              </a:pPr>
              <a:t>‹#›</a:t>
            </a:fld>
            <a:endParaRPr lang="en-US" altLang="en-US" sz="1050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80654" y="202991"/>
            <a:ext cx="7983632" cy="554587"/>
          </a:xfrm>
        </p:spPr>
        <p:txBody>
          <a:bodyPr/>
          <a:lstStyle>
            <a:lvl1pPr algn="l">
              <a:defRPr sz="2400" b="1" cap="all" normalizeH="0" baseline="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180654" y="1173984"/>
            <a:ext cx="8768137" cy="5223272"/>
          </a:xfrm>
        </p:spPr>
        <p:txBody>
          <a:bodyPr/>
          <a:lstStyle>
            <a:lvl1pPr marL="257175" indent="-257175">
              <a:buFont typeface="Wingdings" panose="05000000000000000000" pitchFamily="2" charset="2"/>
              <a:buChar char="q"/>
              <a:defRPr sz="16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buFont typeface="Wingdings" panose="05000000000000000000" pitchFamily="2" charset="2"/>
              <a:buChar char="Ø"/>
              <a:defRPr sz="14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buFont typeface="Wingdings" panose="05000000000000000000" pitchFamily="2" charset="2"/>
              <a:buChar char="ü"/>
              <a:defRPr sz="12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18656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1873073" y="2118212"/>
            <a:ext cx="5321656" cy="3510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654" y="202991"/>
            <a:ext cx="7042080" cy="554587"/>
          </a:xfrm>
        </p:spPr>
        <p:txBody>
          <a:bodyPr/>
          <a:lstStyle>
            <a:lvl1pPr algn="l">
              <a:defRPr sz="2400" b="1" baseline="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655" y="1132413"/>
            <a:ext cx="4288604" cy="480630"/>
          </a:xfrm>
        </p:spPr>
        <p:txBody>
          <a:bodyPr anchor="b"/>
          <a:lstStyle>
            <a:lvl1pPr marL="0" indent="0">
              <a:buNone/>
              <a:defRPr sz="1800" b="1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0655" y="1613044"/>
            <a:ext cx="4288604" cy="4784213"/>
          </a:xfrm>
        </p:spPr>
        <p:txBody>
          <a:bodyPr/>
          <a:lstStyle>
            <a:lvl1pPr marL="257175" indent="-257175">
              <a:buFont typeface="Wingdings" panose="05000000000000000000" pitchFamily="2" charset="2"/>
              <a:buChar char="q"/>
              <a:defRPr sz="1600" baseline="0"/>
            </a:lvl1pPr>
            <a:lvl2pPr marL="557213" indent="-214313">
              <a:buFont typeface="Wingdings" panose="05000000000000000000" pitchFamily="2" charset="2"/>
              <a:buChar char="Ø"/>
              <a:defRPr sz="1500"/>
            </a:lvl2pPr>
            <a:lvl3pPr marL="857250" indent="-171450">
              <a:buFont typeface="Wingdings" panose="05000000000000000000" pitchFamily="2" charset="2"/>
              <a:buChar char="ü"/>
              <a:defRPr sz="1200" baseline="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25168"/>
            <a:ext cx="4242121" cy="487877"/>
          </a:xfrm>
        </p:spPr>
        <p:txBody>
          <a:bodyPr anchor="b"/>
          <a:lstStyle>
            <a:lvl1pPr marL="0" indent="0">
              <a:buNone/>
              <a:defRPr sz="1800" b="1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13044"/>
            <a:ext cx="4242121" cy="4784213"/>
          </a:xfrm>
        </p:spPr>
        <p:txBody>
          <a:bodyPr/>
          <a:lstStyle>
            <a:lvl1pPr marL="257175" indent="-257175">
              <a:buFont typeface="Wingdings" panose="05000000000000000000" pitchFamily="2" charset="2"/>
              <a:buChar char="q"/>
              <a:defRPr sz="1600" baseline="0"/>
            </a:lvl1pPr>
            <a:lvl2pPr marL="557213" indent="-214313">
              <a:buFont typeface="Wingdings" panose="05000000000000000000" pitchFamily="2" charset="2"/>
              <a:buChar char="Ø"/>
              <a:defRPr sz="1400" baseline="0"/>
            </a:lvl2pPr>
            <a:lvl3pPr marL="857250" indent="-171450">
              <a:buFont typeface="Wingdings" panose="05000000000000000000" pitchFamily="2" charset="2"/>
              <a:buChar char="ü"/>
              <a:defRPr sz="1200" baseline="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64286" y="-1480"/>
            <a:ext cx="979715" cy="961360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3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050" smtClean="0"/>
              <a:pPr algn="r">
                <a:defRPr/>
              </a:pPr>
              <a:t>‹#›</a:t>
            </a:fld>
            <a:endParaRPr lang="en-US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61892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1873073" y="2118212"/>
            <a:ext cx="5321656" cy="35105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64286" y="-1480"/>
            <a:ext cx="979715" cy="961360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3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050" smtClean="0"/>
              <a:pPr algn="r">
                <a:defRPr/>
              </a:pPr>
              <a:t>‹#›</a:t>
            </a:fld>
            <a:endParaRPr lang="en-US" altLang="en-US" sz="1050" dirty="0"/>
          </a:p>
        </p:txBody>
      </p:sp>
    </p:spTree>
    <p:extLst>
      <p:ext uri="{BB962C8B-B14F-4D97-AF65-F5344CB8AC3E}">
        <p14:creationId xmlns:p14="http://schemas.microsoft.com/office/powerpoint/2010/main" val="77751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050" smtClean="0"/>
              <a:pPr algn="r">
                <a:defRPr/>
              </a:pPr>
              <a:t>‹#›</a:t>
            </a:fld>
            <a:endParaRPr lang="en-US" altLang="en-US" sz="1050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363914" y="2971801"/>
            <a:ext cx="2452687" cy="711200"/>
          </a:xfrm>
        </p:spPr>
        <p:txBody>
          <a:bodyPr anchor="t"/>
          <a:lstStyle>
            <a:lvl1pPr algn="ctr">
              <a:defRPr sz="2700" b="1" cap="none"/>
            </a:lvl1pPr>
          </a:lstStyle>
          <a:p>
            <a:r>
              <a:rPr lang="en-US" dirty="0"/>
              <a:t>Thank You!</a:t>
            </a:r>
            <a:endParaRPr lang="en-IN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595525" y="3619535"/>
            <a:ext cx="2009553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0766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9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247F8E96-40AA-459E-91AA-55A5F97CAAA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1/28/26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9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hangingPunct="0">
              <a:defRPr sz="9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D4CB9294-F9FF-4346-BE48-1C04129C722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16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1" r:id="rId3"/>
    <p:sldLayoutId id="2147483703" r:id="rId4"/>
    <p:sldLayoutId id="2147483708" r:id="rId5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idx="4294967295"/>
          </p:nvPr>
        </p:nvSpPr>
        <p:spPr>
          <a:xfrm>
            <a:off x="426128" y="916041"/>
            <a:ext cx="8318375" cy="374502"/>
          </a:xfrm>
        </p:spPr>
        <p:txBody>
          <a:bodyPr/>
          <a:lstStyle>
            <a:lvl1pPr algn="ctr">
              <a:defRPr sz="2800" b="1">
                <a:latin typeface="+mn-lt"/>
              </a:defRPr>
            </a:lvl1pPr>
          </a:lstStyle>
          <a:p>
            <a:r>
              <a:rPr lang="en-IN" sz="2400" dirty="0">
                <a:latin typeface="Aptos" panose="020B0004020202020204" pitchFamily="34" charset="0"/>
              </a:rPr>
              <a:t>Physics-Aware Pedestrian Automatic Emergency Braking (AEB) System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4294967295"/>
          </p:nvPr>
        </p:nvSpPr>
        <p:spPr>
          <a:xfrm>
            <a:off x="1867627" y="1601820"/>
            <a:ext cx="5435375" cy="485542"/>
          </a:xfrm>
        </p:spPr>
        <p:txBody>
          <a:bodyPr anchor="b"/>
          <a:lstStyle>
            <a:lvl1pPr marL="0" indent="0" algn="ctr">
              <a:buNone/>
              <a:defRPr sz="2000" b="1" i="1">
                <a:solidFill>
                  <a:srgbClr val="000099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Department of Mechanical &amp; Industrial Engineering  |  Course: MIT-115  |  May 2026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44C7D3-2957-4E2E-F7B2-44C3581030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564897"/>
              </p:ext>
            </p:extLst>
          </p:nvPr>
        </p:nvGraphicFramePr>
        <p:xfrm>
          <a:off x="426128" y="2755152"/>
          <a:ext cx="8318376" cy="23641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6396">
                  <a:extLst>
                    <a:ext uri="{9D8B030D-6E8A-4147-A177-3AD203B41FA5}">
                      <a16:colId xmlns:a16="http://schemas.microsoft.com/office/drawing/2014/main" val="293356530"/>
                    </a:ext>
                  </a:extLst>
                </a:gridCol>
                <a:gridCol w="1386396">
                  <a:extLst>
                    <a:ext uri="{9D8B030D-6E8A-4147-A177-3AD203B41FA5}">
                      <a16:colId xmlns:a16="http://schemas.microsoft.com/office/drawing/2014/main" val="2385220035"/>
                    </a:ext>
                  </a:extLst>
                </a:gridCol>
                <a:gridCol w="1386396">
                  <a:extLst>
                    <a:ext uri="{9D8B030D-6E8A-4147-A177-3AD203B41FA5}">
                      <a16:colId xmlns:a16="http://schemas.microsoft.com/office/drawing/2014/main" val="282413519"/>
                    </a:ext>
                  </a:extLst>
                </a:gridCol>
                <a:gridCol w="1386396">
                  <a:extLst>
                    <a:ext uri="{9D8B030D-6E8A-4147-A177-3AD203B41FA5}">
                      <a16:colId xmlns:a16="http://schemas.microsoft.com/office/drawing/2014/main" val="4099790157"/>
                    </a:ext>
                  </a:extLst>
                </a:gridCol>
                <a:gridCol w="1386396">
                  <a:extLst>
                    <a:ext uri="{9D8B030D-6E8A-4147-A177-3AD203B41FA5}">
                      <a16:colId xmlns:a16="http://schemas.microsoft.com/office/drawing/2014/main" val="1475530322"/>
                    </a:ext>
                  </a:extLst>
                </a:gridCol>
                <a:gridCol w="1386396">
                  <a:extLst>
                    <a:ext uri="{9D8B030D-6E8A-4147-A177-3AD203B41FA5}">
                      <a16:colId xmlns:a16="http://schemas.microsoft.com/office/drawing/2014/main" val="2306538273"/>
                    </a:ext>
                  </a:extLst>
                </a:gridCol>
              </a:tblGrid>
              <a:tr h="352029">
                <a:tc gridSpan="5">
                  <a:txBody>
                    <a:bodyPr/>
                    <a:lstStyle/>
                    <a:p>
                      <a:pPr algn="ctr"/>
                      <a:endParaRPr lang="en-US" sz="1400" dirty="0">
                        <a:latin typeface="Aptos" panose="020B0004020202020204" pitchFamily="34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600" dirty="0">
                        <a:latin typeface="Aptos" panose="020B0004020202020204" pitchFamily="34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600" dirty="0">
                        <a:latin typeface="Aptos" panose="020B0004020202020204" pitchFamily="34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600" dirty="0">
                        <a:latin typeface="Aptos" panose="020B0004020202020204" pitchFamily="34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600" dirty="0">
                        <a:latin typeface="Aptos" panose="020B0004020202020204" pitchFamily="34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ptos" panose="020B0004020202020204" pitchFamily="34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0216992"/>
                  </a:ext>
                </a:extLst>
              </a:tr>
              <a:tr h="1390719">
                <a:tc>
                  <a:txBody>
                    <a:bodyPr/>
                    <a:lstStyle/>
                    <a:p>
                      <a:endParaRPr lang="en-US" sz="1600" dirty="0">
                        <a:latin typeface="Aptos" panose="020B0004020202020204" pitchFamily="34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Aptos" panose="020B0004020202020204" pitchFamily="34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Aptos" panose="020B0004020202020204" pitchFamily="34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Aptos" panose="020B0004020202020204" pitchFamily="34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Aptos" panose="020B0004020202020204" pitchFamily="34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Aptos" panose="020B0004020202020204" pitchFamily="34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6831599"/>
                  </a:ext>
                </a:extLst>
              </a:tr>
              <a:tr h="6214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>
                          <a:solidFill>
                            <a:srgbClr val="000000"/>
                          </a:solidFill>
                        </a:rPr>
                        <a:t>Atharv Priyadarshi
23117034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>
                          <a:solidFill>
                            <a:srgbClr val="000000"/>
                          </a:solidFill>
                        </a:rPr>
                        <a:t>[Member 2]
[Enrolment]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>
                          <a:solidFill>
                            <a:srgbClr val="000000"/>
                          </a:solidFill>
                        </a:rPr>
                        <a:t>[Member 3]
[Enrolment]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>
                          <a:solidFill>
                            <a:srgbClr val="000000"/>
                          </a:solidFill>
                        </a:rPr>
                        <a:t>[Member 4]
[Enrolment]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>
                          <a:solidFill>
                            <a:srgbClr val="000000"/>
                          </a:solidFill>
                        </a:rPr>
                        <a:t>[Member 5]
[Enrolment]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>
                          <a:solidFill>
                            <a:srgbClr val="000000"/>
                          </a:solidFill>
                        </a:rPr>
                        <a:t>[Member 6]
[Enrolment]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2615308"/>
                  </a:ext>
                </a:extLst>
              </a:tr>
            </a:tbl>
          </a:graphicData>
        </a:graphic>
      </p:graphicFrame>
      <p:pic>
        <p:nvPicPr>
          <p:cNvPr id="6" name="Picture 5" descr="A grey person with a white background&#10;&#10;AI-generated content may be incorrect.">
            <a:extLst>
              <a:ext uri="{FF2B5EF4-FFF2-40B4-BE49-F238E27FC236}">
                <a16:creationId xmlns:a16="http://schemas.microsoft.com/office/drawing/2014/main" id="{D5BB91DE-926D-955B-BC45-0E3894E4B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10" y="3219599"/>
            <a:ext cx="1215942" cy="1188720"/>
          </a:xfrm>
          <a:prstGeom prst="rect">
            <a:avLst/>
          </a:prstGeom>
        </p:spPr>
      </p:pic>
      <p:pic>
        <p:nvPicPr>
          <p:cNvPr id="12" name="Picture 11" descr="A grey person with a white background&#10;&#10;AI-generated content may be incorrect.">
            <a:extLst>
              <a:ext uri="{FF2B5EF4-FFF2-40B4-BE49-F238E27FC236}">
                <a16:creationId xmlns:a16="http://schemas.microsoft.com/office/drawing/2014/main" id="{A207A899-1368-11C2-046A-865198208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134" y="3219599"/>
            <a:ext cx="1215942" cy="1188720"/>
          </a:xfrm>
          <a:prstGeom prst="rect">
            <a:avLst/>
          </a:prstGeom>
        </p:spPr>
      </p:pic>
      <p:pic>
        <p:nvPicPr>
          <p:cNvPr id="13" name="Picture 12" descr="A grey person with a white background&#10;&#10;AI-generated content may be incorrect.">
            <a:extLst>
              <a:ext uri="{FF2B5EF4-FFF2-40B4-BE49-F238E27FC236}">
                <a16:creationId xmlns:a16="http://schemas.microsoft.com/office/drawing/2014/main" id="{E96237C1-7697-6028-434D-779F3E2C8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902" y="3219599"/>
            <a:ext cx="1215942" cy="1188720"/>
          </a:xfrm>
          <a:prstGeom prst="rect">
            <a:avLst/>
          </a:prstGeom>
        </p:spPr>
      </p:pic>
      <p:pic>
        <p:nvPicPr>
          <p:cNvPr id="16" name="Picture 15" descr="A grey person with a white background&#10;&#10;AI-generated content may be incorrect.">
            <a:extLst>
              <a:ext uri="{FF2B5EF4-FFF2-40B4-BE49-F238E27FC236}">
                <a16:creationId xmlns:a16="http://schemas.microsoft.com/office/drawing/2014/main" id="{1DBBE09B-E2C7-3839-9C61-D05449365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036" y="3219599"/>
            <a:ext cx="1215942" cy="1188720"/>
          </a:xfrm>
          <a:prstGeom prst="rect">
            <a:avLst/>
          </a:prstGeom>
        </p:spPr>
      </p:pic>
      <p:pic>
        <p:nvPicPr>
          <p:cNvPr id="17" name="Picture 16" descr="A grey person with a white background&#10;&#10;AI-generated content may be incorrect.">
            <a:extLst>
              <a:ext uri="{FF2B5EF4-FFF2-40B4-BE49-F238E27FC236}">
                <a16:creationId xmlns:a16="http://schemas.microsoft.com/office/drawing/2014/main" id="{DFA9D194-207E-67E2-B6E5-61AED4B0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680" y="3219599"/>
            <a:ext cx="1215942" cy="1188720"/>
          </a:xfrm>
          <a:prstGeom prst="rect">
            <a:avLst/>
          </a:prstGeom>
        </p:spPr>
      </p:pic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0EF73FF8-ABD7-484F-07E9-E55E4FF7DA20}"/>
              </a:ext>
            </a:extLst>
          </p:cNvPr>
          <p:cNvSpPr txBox="1">
            <a:spLocks/>
          </p:cNvSpPr>
          <p:nvPr/>
        </p:nvSpPr>
        <p:spPr bwMode="auto">
          <a:xfrm>
            <a:off x="1878378" y="2312838"/>
            <a:ext cx="5435375" cy="374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b="1" i="1" kern="1200">
                <a:solidFill>
                  <a:srgbClr val="000099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2" name="Picture 1" descr="A grey person with a white background&#10;&#10;AI-generated content may be incorrect.">
            <a:extLst>
              <a:ext uri="{FF2B5EF4-FFF2-40B4-BE49-F238E27FC236}">
                <a16:creationId xmlns:a16="http://schemas.microsoft.com/office/drawing/2014/main" id="{F2F75F5F-D9C4-A4D1-7422-BA238D201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324" y="3219599"/>
            <a:ext cx="1215942" cy="11887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29768" y="233172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7070"/>
                </a:solidFill>
              </a:rPr>
              <a:t>Supervisor: Prof. [Name]   |   Dept. of Mechanical &amp; Industrial Engineering, IIT Roorkee</a:t>
            </a:r>
          </a:p>
        </p:txBody>
      </p:sp>
    </p:spTree>
    <p:extLst>
      <p:ext uri="{BB962C8B-B14F-4D97-AF65-F5344CB8AC3E}">
        <p14:creationId xmlns:p14="http://schemas.microsoft.com/office/powerpoint/2010/main" val="202677207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FC1B2-F08A-5BD6-5D0A-185445E6B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00911-C15E-6C05-7D18-CFFEE6CAE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53" y="252774"/>
            <a:ext cx="7924659" cy="415940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RESEARCH OBJECTIVES AND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31253-4DE9-47EE-53CB-5C48E60A30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01168" y="1261872"/>
            <a:ext cx="42976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7070"/>
                </a:solidFill>
              </a:rPr>
              <a:t>Research Objectives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▪  Develop real-time pedestrian detection using YOLOv8 trained on BDD100K (6,000 images) with mAP@0.5 ≥ 75% for the pedestrian class.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▪  Implement physics-based longitudinal braking using the Pacejka Magic Formula, dynamic weight transfer, and ABS pressure modulation at 1 ms timestep resolution.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▪  Model brake rotor thermodynamics (Q = mcΔT; Newton's Cooling Law) and compensate AEB trigger threshold for real-time brake fade.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▪  Design an adaptive AEB controller with composite TTC threshold dynamically adjusted for weather, driver alertness, and brake thermal state.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▪  Validate against Euro NCAP CPFA / CPNA / CPNC / CPLA scenarios and quantify pedestrian injury severity using the HIC biomechanical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4206240"/>
            <a:ext cx="42976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7070"/>
                </a:solidFill>
              </a:rPr>
              <a:t>Methodology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▪  Detection: YOLOv8n fine-tuned on 6,000 BDD100K images with CLAHE contrast enhancement; SORT Kalman tracker assigns persistent IDs across frames.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▪  Depth &amp; Mapping: pinhole model (Z = f·H_real/H_px) converts bounding-box height to longitudinal depth; lateral position projected to a top-down BEV radar.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▪  Braking Physics: Pacejka Magic Formula + dynamic weight transfer + ABS pressure modulation integrated at 1 ms timestep over 5 forces.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▪  Thermodynamics: energy equation heats rotor per stop; Newton's cooling law tracks recovery; piecewise fade curve feeds penalty into controller.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▪  Validation: Euro NCAP 4-scenario test matrix (20–60 km/h); HIC biomechanical model maps impact speed to AIS injury severity.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61872"/>
            <a:ext cx="4251960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866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1BACC-D558-96E7-408A-86CF64CE2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12271-0602-DFF1-2CE0-FD4EAEA2E8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34440"/>
            <a:ext cx="8769096" cy="519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494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0C49D-01C9-8057-50F6-BFCA6C1D3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&amp; member roles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53CEA4F-6A23-73C1-D059-49701E422A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8460190"/>
              </p:ext>
            </p:extLst>
          </p:nvPr>
        </p:nvGraphicFramePr>
        <p:xfrm>
          <a:off x="4675586" y="1127464"/>
          <a:ext cx="4459548" cy="5202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346BBF9-6BFD-18A4-48E9-649843AF0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0655" y="1127464"/>
            <a:ext cx="4288604" cy="526979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Objectives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1400" dirty="0"/>
              <a:t>Objective 1 ….. (Not more than 5)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1400" dirty="0"/>
              <a:t>Objective 2 ….. (Not more than 5)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1400" dirty="0"/>
              <a:t>Objective 3 ….. (Not more than 5)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1400" dirty="0"/>
              <a:t>Objective 4 ….. (Not more than 5)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1400" dirty="0"/>
              <a:t>Objective 5 ….. (Not more than 5)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43743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AEF34-991F-BC34-126B-B1DA391A0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DISCUSSION: OBJECT DETECTION AND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4A459-82BB-6D12-C995-5B660E86863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61872"/>
            <a:ext cx="5669280" cy="4069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89320" y="1261872"/>
            <a:ext cx="294436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07070"/>
                </a:solidFill>
              </a:rPr>
              <a:t>Methodology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YOLOv8n fine-tuned on 6,000 BDD100K images (80/20 split); 4 classes: Pedestrian, Car, Bicycle, Motorcycle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CLAHE preprocessing (clip=2.0, tile 8×8) applied per frame to improve robustness in low-light and adverse weather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30 epochs on Tesla T4 GPU; convergence at epoch 22; confidence threshold = 0.30 suppresses false positives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SORT tracker: 7D Kalman state [x,y,s,r,ẋ,ẏ,ṡ] + Hungarian algorithm (IoU ≥ 0.30) assigns each detection to a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3337560"/>
            <a:ext cx="294436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07070"/>
                </a:solidFill>
              </a:rPr>
              <a:t>Key Results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Pedestrian mAP@0.5 = 78.3% ✓ — exceeds 75% design target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Overall mAP@0.5 = 77.1%;  mAP@0.5:0.95 = 44.8%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Car 89.1% (best); Motorcycle 69.8% (highest confusion with Bicycle)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min_hits=3 frames before reporting a new track to AEB engine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max_age=1 frame before deleting a lost track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Output per track: [x₁,y₁,x₂,y₂, track_id, class_id]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376672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05050"/>
                </a:solidFill>
              </a:rPr>
              <a:t>Validation (mAP@0.5): Pedestrian 78.3%  |  Car 89.1%  |  Bicycle 71.2%  |  Motorcycle 69.8%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5897880"/>
            <a:ext cx="5669280" cy="512064"/>
          </a:xfrm>
          <a:prstGeom prst="rect">
            <a:avLst/>
          </a:prstGeom>
          <a:solidFill>
            <a:srgbClr val="006A6A"/>
          </a:solidFill>
        </p:spPr>
        <p:txBody>
          <a:bodyPr wrap="square" lIns="63500" rIns="63500" tIns="38100" bIns="38100">
            <a:spAutoFit/>
          </a:bodyPr>
          <a:lstStyle/>
          <a:p>
            <a:pPr algn="ctr"/>
            <a:r>
              <a:rPr sz="900" b="1">
                <a:solidFill>
                  <a:srgbClr val="E8FFFF"/>
                </a:solidFill>
              </a:rPr>
              <a:t>Metrics:  IoU = |A∩B| / |A∪B|   |   Precision = TP/(TP+FP)   |   Recall = TP/(TP+FN)   |   mAP</a:t>
            </a:r>
            <a:r>
              <a:rPr sz="900" b="1" baseline="25000">
                <a:solidFill>
                  <a:srgbClr val="E8FFFF"/>
                </a:solidFill>
              </a:rPr>
              <a:t>@0.5→0.95</a:t>
            </a:r>
            <a:r>
              <a:rPr sz="900" b="1">
                <a:solidFill>
                  <a:srgbClr val="E8FFFF"/>
                </a:solidFill>
              </a:rPr>
              <a:t> = ∑AP / num_classes</a:t>
            </a:r>
          </a:p>
        </p:txBody>
      </p:sp>
    </p:spTree>
    <p:extLst>
      <p:ext uri="{BB962C8B-B14F-4D97-AF65-F5344CB8AC3E}">
        <p14:creationId xmlns:p14="http://schemas.microsoft.com/office/powerpoint/2010/main" val="2498320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BB81A-8360-E965-5C35-455F7FC52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DISCUSSION: VEHICLE DYNAMICS AND ABS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05916-F88E-84B6-31A7-F21C1CFD757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61872"/>
            <a:ext cx="5669280" cy="4069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89320" y="1261872"/>
            <a:ext cx="294436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07070"/>
                </a:solidFill>
              </a:rPr>
              <a:t>Physics Model (5 Forces, 1 ms timestep)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Pacejka: F</a:t>
            </a:r>
            <a:r>
              <a:rPr sz="980" baseline="-20000">
                <a:solidFill>
                  <a:srgbClr val="000000"/>
                </a:solidFill>
              </a:rPr>
              <a:t>tire</a:t>
            </a:r>
            <a:r>
              <a:rPr sz="980">
                <a:solidFill>
                  <a:srgbClr val="000000"/>
                </a:solidFill>
              </a:rPr>
              <a:t> = μ(λ)·N</a:t>
            </a:r>
            <a:r>
              <a:rPr sz="980" baseline="-20000">
                <a:solidFill>
                  <a:srgbClr val="000000"/>
                </a:solidFill>
              </a:rPr>
              <a:t>axle</a:t>
            </a:r>
            <a:r>
              <a:rPr sz="980">
                <a:solidFill>
                  <a:srgbClr val="000000"/>
                </a:solidFill>
              </a:rPr>
              <a:t>;  slip λ = (v − v</a:t>
            </a:r>
            <a:r>
              <a:rPr sz="980" baseline="-20000">
                <a:solidFill>
                  <a:srgbClr val="000000"/>
                </a:solidFill>
              </a:rPr>
              <a:t>wheel</a:t>
            </a:r>
            <a:r>
              <a:rPr sz="980">
                <a:solidFill>
                  <a:srgbClr val="000000"/>
                </a:solidFill>
              </a:rPr>
              <a:t>) / v  → tire saturation curve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Weight transfer: ΔN</a:t>
            </a:r>
            <a:r>
              <a:rPr sz="980" baseline="-20000">
                <a:solidFill>
                  <a:srgbClr val="000000"/>
                </a:solidFill>
              </a:rPr>
              <a:t>axle</a:t>
            </a:r>
            <a:r>
              <a:rPr sz="980">
                <a:solidFill>
                  <a:srgbClr val="000000"/>
                </a:solidFill>
              </a:rPr>
              <a:t> = m·a</a:t>
            </a:r>
            <a:r>
              <a:rPr sz="980" baseline="-20000">
                <a:solidFill>
                  <a:srgbClr val="000000"/>
                </a:solidFill>
              </a:rPr>
              <a:t>x</a:t>
            </a:r>
            <a:r>
              <a:rPr sz="980">
                <a:solidFill>
                  <a:srgbClr val="000000"/>
                </a:solidFill>
              </a:rPr>
              <a:t>·h</a:t>
            </a:r>
            <a:r>
              <a:rPr sz="980" baseline="-20000">
                <a:solidFill>
                  <a:srgbClr val="000000"/>
                </a:solidFill>
              </a:rPr>
              <a:t>cg</a:t>
            </a:r>
            <a:r>
              <a:rPr sz="980">
                <a:solidFill>
                  <a:srgbClr val="000000"/>
                </a:solidFill>
              </a:rPr>
              <a:t> / L  — shifts load forward, boosts front grip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ABS: 0.1 s cycles hold optimal slip λ ≈ 0.1–0.2, preventing wheel lockup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Aero drag: F</a:t>
            </a:r>
            <a:r>
              <a:rPr sz="980" baseline="-20000">
                <a:solidFill>
                  <a:srgbClr val="000000"/>
                </a:solidFill>
              </a:rPr>
              <a:t>drag</a:t>
            </a:r>
            <a:r>
              <a:rPr sz="980">
                <a:solidFill>
                  <a:srgbClr val="000000"/>
                </a:solidFill>
              </a:rPr>
              <a:t> = ½ρC</a:t>
            </a:r>
            <a:r>
              <a:rPr sz="980" baseline="-20000">
                <a:solidFill>
                  <a:srgbClr val="000000"/>
                </a:solidFill>
              </a:rPr>
              <a:t>d</a:t>
            </a:r>
            <a:r>
              <a:rPr sz="980">
                <a:solidFill>
                  <a:srgbClr val="000000"/>
                </a:solidFill>
              </a:rPr>
              <a:t>Av</a:t>
            </a:r>
            <a:r>
              <a:rPr sz="980" baseline="25000">
                <a:solidFill>
                  <a:srgbClr val="000000"/>
                </a:solidFill>
              </a:rPr>
              <a:t>2</a:t>
            </a:r>
            <a:r>
              <a:rPr sz="980">
                <a:solidFill>
                  <a:srgbClr val="000000"/>
                </a:solidFill>
              </a:rPr>
              <a:t>  (C</a:t>
            </a:r>
            <a:r>
              <a:rPr sz="980" baseline="-20000">
                <a:solidFill>
                  <a:srgbClr val="000000"/>
                </a:solidFill>
              </a:rPr>
              <a:t>d</a:t>
            </a:r>
            <a:r>
              <a:rPr sz="980">
                <a:solidFill>
                  <a:srgbClr val="000000"/>
                </a:solidFill>
              </a:rPr>
              <a:t>=0.30, A=2.2 m</a:t>
            </a:r>
            <a:r>
              <a:rPr sz="980" baseline="25000">
                <a:solidFill>
                  <a:srgbClr val="000000"/>
                </a:solidFill>
              </a:rPr>
              <a:t>2</a:t>
            </a:r>
            <a:r>
              <a:rPr sz="980">
                <a:solidFill>
                  <a:srgbClr val="000000"/>
                </a:solidFill>
              </a:rPr>
              <a:t>)  |  Grade: mg·sinθ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3337560"/>
            <a:ext cx="294436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07070"/>
                </a:solidFill>
              </a:rPr>
              <a:t>Validation Results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50 km/h dry  → 16.2 m   (reference 13–22 m ✓)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100 km/h dry → 57.8 m   (reference 45–75 m ✓)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50 km/h ice  → 145.3 m  (reference 60–150 m ✓)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ABS reduces stopping distance ~25% vs locked wheels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All 6 surface + grade test cases within reference ranges ✓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Kinematic d=v²/2a underestimates distance by 15–30% — unsafe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376672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05050"/>
                </a:solidFill>
              </a:rPr>
              <a:t>Friction coefficients:  Dry μ=0.85  |  Wet μ=0.55  |  Gravel μ=0.45  |  Snow μ=0.25  |  Ice μ=0.10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5897880"/>
            <a:ext cx="5669280" cy="512064"/>
          </a:xfrm>
          <a:prstGeom prst="rect">
            <a:avLst/>
          </a:prstGeom>
          <a:solidFill>
            <a:srgbClr val="006A6A"/>
          </a:solidFill>
        </p:spPr>
        <p:txBody>
          <a:bodyPr wrap="square" lIns="63500" rIns="63500" tIns="38100" bIns="38100">
            <a:spAutoFit/>
          </a:bodyPr>
          <a:lstStyle/>
          <a:p>
            <a:pPr algn="ctr"/>
            <a:r>
              <a:rPr sz="900" b="1">
                <a:solidFill>
                  <a:srgbClr val="E8FFFF"/>
                </a:solidFill>
              </a:rPr>
              <a:t>F</a:t>
            </a:r>
            <a:r>
              <a:rPr sz="900" b="1" baseline="-20000">
                <a:solidFill>
                  <a:srgbClr val="E8FFFF"/>
                </a:solidFill>
              </a:rPr>
              <a:t>total</a:t>
            </a:r>
            <a:r>
              <a:rPr sz="900" b="1">
                <a:solidFill>
                  <a:srgbClr val="E8FFFF"/>
                </a:solidFill>
              </a:rPr>
              <a:t> = F</a:t>
            </a:r>
            <a:r>
              <a:rPr sz="900" b="1" baseline="-20000">
                <a:solidFill>
                  <a:srgbClr val="E8FFFF"/>
                </a:solidFill>
              </a:rPr>
              <a:t>Pacejka</a:t>
            </a:r>
            <a:r>
              <a:rPr sz="900" b="1">
                <a:solidFill>
                  <a:srgbClr val="E8FFFF"/>
                </a:solidFill>
              </a:rPr>
              <a:t> + F</a:t>
            </a:r>
            <a:r>
              <a:rPr sz="900" b="1" baseline="-20000">
                <a:solidFill>
                  <a:srgbClr val="E8FFFF"/>
                </a:solidFill>
              </a:rPr>
              <a:t>aero</a:t>
            </a:r>
            <a:r>
              <a:rPr sz="900" b="1">
                <a:solidFill>
                  <a:srgbClr val="E8FFFF"/>
                </a:solidFill>
              </a:rPr>
              <a:t> + F</a:t>
            </a:r>
            <a:r>
              <a:rPr sz="900" b="1" baseline="-20000">
                <a:solidFill>
                  <a:srgbClr val="E8FFFF"/>
                </a:solidFill>
              </a:rPr>
              <a:t>roll</a:t>
            </a:r>
            <a:r>
              <a:rPr sz="900" b="1">
                <a:solidFill>
                  <a:srgbClr val="E8FFFF"/>
                </a:solidFill>
              </a:rPr>
              <a:t> + F</a:t>
            </a:r>
            <a:r>
              <a:rPr sz="900" b="1" baseline="-20000">
                <a:solidFill>
                  <a:srgbClr val="E8FFFF"/>
                </a:solidFill>
              </a:rPr>
              <a:t>grade</a:t>
            </a:r>
            <a:r>
              <a:rPr sz="900" b="1">
                <a:solidFill>
                  <a:srgbClr val="E8FFFF"/>
                </a:solidFill>
              </a:rPr>
              <a:t>   |   F</a:t>
            </a:r>
            <a:r>
              <a:rPr sz="900" b="1" baseline="-20000">
                <a:solidFill>
                  <a:srgbClr val="E8FFFF"/>
                </a:solidFill>
              </a:rPr>
              <a:t>aero</a:t>
            </a:r>
            <a:r>
              <a:rPr sz="900" b="1">
                <a:solidFill>
                  <a:srgbClr val="E8FFFF"/>
                </a:solidFill>
              </a:rPr>
              <a:t> = ½ρC</a:t>
            </a:r>
            <a:r>
              <a:rPr sz="900" b="1" baseline="-20000">
                <a:solidFill>
                  <a:srgbClr val="E8FFFF"/>
                </a:solidFill>
              </a:rPr>
              <a:t>d</a:t>
            </a:r>
            <a:r>
              <a:rPr sz="900" b="1">
                <a:solidFill>
                  <a:srgbClr val="E8FFFF"/>
                </a:solidFill>
              </a:rPr>
              <a:t>Av</a:t>
            </a:r>
            <a:r>
              <a:rPr sz="900" b="1" baseline="25000">
                <a:solidFill>
                  <a:srgbClr val="E8FFFF"/>
                </a:solidFill>
              </a:rPr>
              <a:t>2</a:t>
            </a:r>
            <a:r>
              <a:rPr sz="900" b="1">
                <a:solidFill>
                  <a:srgbClr val="E8FFFF"/>
                </a:solidFill>
              </a:rPr>
              <a:t>   |   ΔN</a:t>
            </a:r>
            <a:r>
              <a:rPr sz="900" b="1" baseline="-20000">
                <a:solidFill>
                  <a:srgbClr val="E8FFFF"/>
                </a:solidFill>
              </a:rPr>
              <a:t>axle</a:t>
            </a:r>
            <a:r>
              <a:rPr sz="900" b="1">
                <a:solidFill>
                  <a:srgbClr val="E8FFFF"/>
                </a:solidFill>
              </a:rPr>
              <a:t> = m·a</a:t>
            </a:r>
            <a:r>
              <a:rPr sz="900" b="1" baseline="-20000">
                <a:solidFill>
                  <a:srgbClr val="E8FFFF"/>
                </a:solidFill>
              </a:rPr>
              <a:t>x</a:t>
            </a:r>
            <a:r>
              <a:rPr sz="900" b="1">
                <a:solidFill>
                  <a:srgbClr val="E8FFFF"/>
                </a:solidFill>
              </a:rPr>
              <a:t>·h</a:t>
            </a:r>
            <a:r>
              <a:rPr sz="900" b="1" baseline="-20000">
                <a:solidFill>
                  <a:srgbClr val="E8FFFF"/>
                </a:solidFill>
              </a:rPr>
              <a:t>cg</a:t>
            </a:r>
            <a:r>
              <a:rPr sz="900" b="1">
                <a:solidFill>
                  <a:srgbClr val="E8FFFF"/>
                </a:solidFill>
              </a:rPr>
              <a:t> / L</a:t>
            </a:r>
            <a:r>
              <a:rPr sz="900" b="1">
                <a:solidFill>
                  <a:srgbClr val="E8FFFF"/>
                </a:solidFill>
              </a:rPr>
              <a:t>   |   ABS slip  λ = (v − v</a:t>
            </a:r>
            <a:r>
              <a:rPr sz="900" b="1" baseline="-20000">
                <a:solidFill>
                  <a:srgbClr val="E8FFFF"/>
                </a:solidFill>
              </a:rPr>
              <a:t>wheel</a:t>
            </a:r>
            <a:r>
              <a:rPr sz="900" b="1">
                <a:solidFill>
                  <a:srgbClr val="E8FFFF"/>
                </a:solidFill>
              </a:rPr>
              <a:t>) / v</a:t>
            </a:r>
          </a:p>
        </p:txBody>
      </p:sp>
    </p:spTree>
    <p:extLst>
      <p:ext uri="{BB962C8B-B14F-4D97-AF65-F5344CB8AC3E}">
        <p14:creationId xmlns:p14="http://schemas.microsoft.com/office/powerpoint/2010/main" val="3643482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4DDCB-2C1A-553F-2611-E843CB834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26F8C-5037-DDB8-3F79-378CFD8EE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53" y="252774"/>
            <a:ext cx="7924659" cy="415940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RESULTS AND DISCUSSION: BRAKE THERMODYNAMICS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19398-81CD-940A-BAEC-DD28201582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b="1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61872"/>
            <a:ext cx="5669280" cy="4069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89320" y="1261872"/>
            <a:ext cx="294436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07070"/>
                </a:solidFill>
              </a:rPr>
              <a:t>Thermal Model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Heating: ΔT = ½m</a:t>
            </a:r>
            <a:r>
              <a:rPr sz="980" baseline="-20000">
                <a:solidFill>
                  <a:srgbClr val="000000"/>
                </a:solidFill>
              </a:rPr>
              <a:t>veh</a:t>
            </a:r>
            <a:r>
              <a:rPr sz="980">
                <a:solidFill>
                  <a:srgbClr val="000000"/>
                </a:solidFill>
              </a:rPr>
              <a:t>·v</a:t>
            </a:r>
            <a:r>
              <a:rPr sz="980" baseline="25000">
                <a:solidFill>
                  <a:srgbClr val="000000"/>
                </a:solidFill>
              </a:rPr>
              <a:t>2</a:t>
            </a:r>
            <a:r>
              <a:rPr sz="980">
                <a:solidFill>
                  <a:srgbClr val="000000"/>
                </a:solidFill>
              </a:rPr>
              <a:t> / (m</a:t>
            </a:r>
            <a:r>
              <a:rPr sz="980" baseline="-20000">
                <a:solidFill>
                  <a:srgbClr val="000000"/>
                </a:solidFill>
              </a:rPr>
              <a:t>r</a:t>
            </a:r>
            <a:r>
              <a:rPr sz="980">
                <a:solidFill>
                  <a:srgbClr val="000000"/>
                </a:solidFill>
              </a:rPr>
              <a:t>·c</a:t>
            </a:r>
            <a:r>
              <a:rPr sz="980" baseline="-20000">
                <a:solidFill>
                  <a:srgbClr val="000000"/>
                </a:solidFill>
              </a:rPr>
              <a:t>p</a:t>
            </a:r>
            <a:r>
              <a:rPr sz="980">
                <a:solidFill>
                  <a:srgbClr val="000000"/>
                </a:solidFill>
              </a:rPr>
              <a:t>);  c</a:t>
            </a:r>
            <a:r>
              <a:rPr sz="980" baseline="-20000">
                <a:solidFill>
                  <a:srgbClr val="000000"/>
                </a:solidFill>
              </a:rPr>
              <a:t>p</a:t>
            </a:r>
            <a:r>
              <a:rPr sz="980">
                <a:solidFill>
                  <a:srgbClr val="000000"/>
                </a:solidFill>
              </a:rPr>
              <a:t>=450 J/(kg·K),  m</a:t>
            </a:r>
            <a:r>
              <a:rPr sz="980" baseline="-20000">
                <a:solidFill>
                  <a:srgbClr val="000000"/>
                </a:solidFill>
              </a:rPr>
              <a:t>r</a:t>
            </a:r>
            <a:r>
              <a:rPr sz="980">
                <a:solidFill>
                  <a:srgbClr val="000000"/>
                </a:solidFill>
              </a:rPr>
              <a:t>=40 kg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Cooling: T(t) = T</a:t>
            </a:r>
            <a:r>
              <a:rPr sz="980" baseline="-20000">
                <a:solidFill>
                  <a:srgbClr val="000000"/>
                </a:solidFill>
              </a:rPr>
              <a:t>env</a:t>
            </a:r>
            <a:r>
              <a:rPr sz="980">
                <a:solidFill>
                  <a:srgbClr val="000000"/>
                </a:solidFill>
              </a:rPr>
              <a:t> + ΔT·e</a:t>
            </a:r>
            <a:r>
              <a:rPr sz="980" baseline="25000">
                <a:solidFill>
                  <a:srgbClr val="000000"/>
                </a:solidFill>
              </a:rPr>
              <a:t>(−kt)</a:t>
            </a:r>
            <a:r>
              <a:rPr sz="980">
                <a:solidFill>
                  <a:srgbClr val="000000"/>
                </a:solidFill>
              </a:rPr>
              <a:t>;  k = k</a:t>
            </a:r>
            <a:r>
              <a:rPr sz="980" baseline="-20000">
                <a:solidFill>
                  <a:srgbClr val="000000"/>
                </a:solidFill>
              </a:rPr>
              <a:t>base</a:t>
            </a:r>
            <a:r>
              <a:rPr sz="980">
                <a:solidFill>
                  <a:srgbClr val="000000"/>
                </a:solidFill>
              </a:rPr>
              <a:t> + k</a:t>
            </a:r>
            <a:r>
              <a:rPr sz="980" baseline="-20000">
                <a:solidFill>
                  <a:srgbClr val="000000"/>
                </a:solidFill>
              </a:rPr>
              <a:t>speed</a:t>
            </a:r>
            <a:r>
              <a:rPr sz="980">
                <a:solidFill>
                  <a:srgbClr val="000000"/>
                </a:solidFill>
              </a:rPr>
              <a:t>·v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Fade curve: μ = 1.0 (≤300°C)  →  0.7 (450°C)  →  0.3 (650°C)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AEB penalty = min(3.0,  0.5×(1/μ−1)) added to TTC threshold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3337560"/>
            <a:ext cx="294436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07070"/>
                </a:solidFill>
              </a:rPr>
              <a:t>Key Results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6 panic stops at 80 km/h → peak rotor temperature = 428°C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At 428°C: friction multiplier = 0.72  (−28% friction loss)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AEB TTC penalty at 428°C = +0.19 s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Maximum thermal AEB compensation = +3.0 s (&gt; 650°C fade)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10-min cooling at 80 km/h: temperature returns below 150°C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No commercial kinematic AEB accounts for this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376672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05050"/>
                </a:solidFill>
              </a:rPr>
              <a:t>Thermal fade is absent from all commercial kinematic AEB models. This model compensates proactively and continuously.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5897880"/>
            <a:ext cx="5669280" cy="512064"/>
          </a:xfrm>
          <a:prstGeom prst="rect">
            <a:avLst/>
          </a:prstGeom>
          <a:solidFill>
            <a:srgbClr val="006A6A"/>
          </a:solidFill>
        </p:spPr>
        <p:txBody>
          <a:bodyPr wrap="square" lIns="63500" rIns="63500" tIns="38100" bIns="38100">
            <a:spAutoFit/>
          </a:bodyPr>
          <a:lstStyle/>
          <a:p>
            <a:pPr algn="ctr"/>
            <a:r>
              <a:rPr sz="900" b="1">
                <a:solidFill>
                  <a:srgbClr val="E8FFFF"/>
                </a:solidFill>
              </a:rPr>
              <a:t>ΔT = ½mv</a:t>
            </a:r>
            <a:r>
              <a:rPr sz="900" b="1" baseline="25000">
                <a:solidFill>
                  <a:srgbClr val="E8FFFF"/>
                </a:solidFill>
              </a:rPr>
              <a:t>2</a:t>
            </a:r>
            <a:r>
              <a:rPr sz="900" b="1">
                <a:solidFill>
                  <a:srgbClr val="E8FFFF"/>
                </a:solidFill>
              </a:rPr>
              <a:t> / (m</a:t>
            </a:r>
            <a:r>
              <a:rPr sz="900" b="1" baseline="-20000">
                <a:solidFill>
                  <a:srgbClr val="E8FFFF"/>
                </a:solidFill>
              </a:rPr>
              <a:t>r</a:t>
            </a:r>
            <a:r>
              <a:rPr sz="900" b="1">
                <a:solidFill>
                  <a:srgbClr val="E8FFFF"/>
                </a:solidFill>
              </a:rPr>
              <a:t> × c</a:t>
            </a:r>
            <a:r>
              <a:rPr sz="900" b="1" baseline="-20000">
                <a:solidFill>
                  <a:srgbClr val="E8FFFF"/>
                </a:solidFill>
              </a:rPr>
              <a:t>p</a:t>
            </a:r>
            <a:r>
              <a:rPr sz="900" b="1">
                <a:solidFill>
                  <a:srgbClr val="E8FFFF"/>
                </a:solidFill>
              </a:rPr>
              <a:t>)</a:t>
            </a:r>
            <a:r>
              <a:rPr sz="900" b="1">
                <a:solidFill>
                  <a:srgbClr val="E8FFFF"/>
                </a:solidFill>
              </a:rPr>
              <a:t>   |   T(t) = T</a:t>
            </a:r>
            <a:r>
              <a:rPr sz="900" b="1" baseline="-20000">
                <a:solidFill>
                  <a:srgbClr val="E8FFFF"/>
                </a:solidFill>
              </a:rPr>
              <a:t>env</a:t>
            </a:r>
            <a:r>
              <a:rPr sz="900" b="1">
                <a:solidFill>
                  <a:srgbClr val="E8FFFF"/>
                </a:solidFill>
              </a:rPr>
              <a:t> + ΔT × e</a:t>
            </a:r>
            <a:r>
              <a:rPr sz="900" b="1" baseline="25000">
                <a:solidFill>
                  <a:srgbClr val="E8FFFF"/>
                </a:solidFill>
              </a:rPr>
              <a:t>(−kt)</a:t>
            </a:r>
            <a:r>
              <a:rPr sz="900" b="1">
                <a:solidFill>
                  <a:srgbClr val="E8FFFF"/>
                </a:solidFill>
              </a:rPr>
              <a:t>   |   Penalty = min(3.0,  0.5×(1/μ−1))</a:t>
            </a:r>
            <a:r>
              <a:rPr sz="900" b="1">
                <a:solidFill>
                  <a:srgbClr val="E8FFFF"/>
                </a:solidFill>
              </a:rPr>
              <a:t>   |   μ: 1.0 (cold) → 0.3 (650°C)</a:t>
            </a:r>
          </a:p>
        </p:txBody>
      </p:sp>
    </p:spTree>
    <p:extLst>
      <p:ext uri="{BB962C8B-B14F-4D97-AF65-F5344CB8AC3E}">
        <p14:creationId xmlns:p14="http://schemas.microsoft.com/office/powerpoint/2010/main" val="3080516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9FB07-C6C6-DB81-27BA-8830CBF21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56802-0EEE-F172-5B0C-59CAA6B5B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53" y="252774"/>
            <a:ext cx="7924659" cy="415940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RESULTS AND DISCUSSION: ADAPTIVE AEB AND DRIVER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BF11C-3ACE-B209-56F0-4EED4B95AD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61872"/>
            <a:ext cx="5669280" cy="2011680"/>
          </a:xfrm>
          <a:prstGeom prst="rect">
            <a:avLst/>
          </a:prstGeom>
        </p:spPr>
      </p:pic>
      <p:pic>
        <p:nvPicPr>
          <p:cNvPr id="5" name="Picture 4" descr="bev_PRO_radar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310128"/>
            <a:ext cx="3822192" cy="2514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007608"/>
            <a:ext cx="5669280" cy="429768"/>
          </a:xfrm>
          <a:prstGeom prst="rect">
            <a:avLst/>
          </a:prstGeom>
          <a:solidFill>
            <a:srgbClr val="006A6A"/>
          </a:solidFill>
        </p:spPr>
        <p:txBody>
          <a:bodyPr wrap="square" lIns="63500" rIns="63500" tIns="38100" bIns="38100">
            <a:spAutoFit/>
          </a:bodyPr>
          <a:lstStyle/>
          <a:p>
            <a:pPr algn="ctr"/>
            <a:r>
              <a:rPr sz="850" b="1">
                <a:solidFill>
                  <a:srgbClr val="E8FFFF"/>
                </a:solidFill>
              </a:rPr>
              <a:t>TTC = d / v</a:t>
            </a:r>
            <a:r>
              <a:rPr sz="850" b="1" baseline="-20000">
                <a:solidFill>
                  <a:srgbClr val="E8FFFF"/>
                </a:solidFill>
              </a:rPr>
              <a:t>rel</a:t>
            </a:r>
            <a:r>
              <a:rPr sz="850" b="1">
                <a:solidFill>
                  <a:srgbClr val="E8FFFF"/>
                </a:solidFill>
              </a:rPr>
              <a:t>   |   depth = f × H</a:t>
            </a:r>
            <a:r>
              <a:rPr sz="850" b="1" baseline="-20000">
                <a:solidFill>
                  <a:srgbClr val="E8FFFF"/>
                </a:solidFill>
              </a:rPr>
              <a:t>real</a:t>
            </a:r>
            <a:r>
              <a:rPr sz="850" b="1">
                <a:solidFill>
                  <a:srgbClr val="E8FFFF"/>
                </a:solidFill>
              </a:rPr>
              <a:t> / H</a:t>
            </a:r>
            <a:r>
              <a:rPr sz="850" b="1" baseline="-20000">
                <a:solidFill>
                  <a:srgbClr val="E8FFFF"/>
                </a:solidFill>
              </a:rPr>
              <a:t>px</a:t>
            </a:r>
            <a:r>
              <a:rPr sz="850" b="1">
                <a:solidFill>
                  <a:srgbClr val="E8FFFF"/>
                </a:solidFill>
              </a:rPr>
              <a:t>   |   X</a:t>
            </a:r>
            <a:r>
              <a:rPr sz="850" b="1" baseline="-20000">
                <a:solidFill>
                  <a:srgbClr val="E8FFFF"/>
                </a:solidFill>
              </a:rPr>
              <a:t>bev</a:t>
            </a:r>
            <a:r>
              <a:rPr sz="850" b="1">
                <a:solidFill>
                  <a:srgbClr val="E8FFFF"/>
                </a:solidFill>
              </a:rPr>
              <a:t> = (c</a:t>
            </a:r>
            <a:r>
              <a:rPr sz="850" b="1" baseline="-20000">
                <a:solidFill>
                  <a:srgbClr val="E8FFFF"/>
                </a:solidFill>
              </a:rPr>
              <a:t>x</a:t>
            </a:r>
            <a:r>
              <a:rPr sz="850" b="1">
                <a:solidFill>
                  <a:srgbClr val="E8FFFF"/>
                </a:solidFill>
              </a:rPr>
              <a:t> − c</a:t>
            </a:r>
            <a:r>
              <a:rPr sz="850" b="1" baseline="-20000">
                <a:solidFill>
                  <a:srgbClr val="E8FFFF"/>
                </a:solidFill>
              </a:rPr>
              <a:t>x₀</a:t>
            </a:r>
            <a:r>
              <a:rPr sz="850" b="1">
                <a:solidFill>
                  <a:srgbClr val="E8FFFF"/>
                </a:solidFill>
              </a:rPr>
              <a:t>) × z / f</a:t>
            </a:r>
            <a:r>
              <a:rPr sz="850" b="1">
                <a:solidFill>
                  <a:srgbClr val="E8FFFF"/>
                </a:solidFill>
              </a:rPr>
              <a:t>   |   AEB Threshold = 1.5 + Δ</a:t>
            </a:r>
            <a:r>
              <a:rPr sz="850" b="1" baseline="-20000">
                <a:solidFill>
                  <a:srgbClr val="E8FFFF"/>
                </a:solidFill>
              </a:rPr>
              <a:t>weather</a:t>
            </a:r>
            <a:r>
              <a:rPr sz="850" b="1">
                <a:solidFill>
                  <a:srgbClr val="E8FFFF"/>
                </a:solidFill>
              </a:rPr>
              <a:t> + Δ</a:t>
            </a:r>
            <a:r>
              <a:rPr sz="850" b="1" baseline="-20000">
                <a:solidFill>
                  <a:srgbClr val="E8FFFF"/>
                </a:solidFill>
              </a:rPr>
              <a:t>driver</a:t>
            </a:r>
            <a:r>
              <a:rPr sz="850" b="1">
                <a:solidFill>
                  <a:srgbClr val="E8FFFF"/>
                </a:solidFill>
              </a:rPr>
              <a:t> + Δ</a:t>
            </a:r>
            <a:r>
              <a:rPr sz="850" b="1" baseline="-20000">
                <a:solidFill>
                  <a:srgbClr val="E8FFFF"/>
                </a:solidFill>
              </a:rPr>
              <a:t>thermal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261872"/>
            <a:ext cx="294436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07070"/>
                </a:solidFill>
              </a:rPr>
              <a:t>Adaptive Threshold Design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TTC = d / v</a:t>
            </a:r>
            <a:r>
              <a:rPr sz="980" baseline="-20000">
                <a:solidFill>
                  <a:srgbClr val="000000"/>
                </a:solidFill>
              </a:rPr>
              <a:t>rel</a:t>
            </a:r>
            <a:r>
              <a:rPr sz="980">
                <a:solidFill>
                  <a:srgbClr val="000000"/>
                </a:solidFill>
              </a:rPr>
              <a:t>  computed per in-corridor track each frame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Threshold = 1.5 s (base) + Δ</a:t>
            </a:r>
            <a:r>
              <a:rPr sz="980" baseline="-20000">
                <a:solidFill>
                  <a:srgbClr val="000000"/>
                </a:solidFill>
              </a:rPr>
              <a:t>weather</a:t>
            </a:r>
            <a:r>
              <a:rPr sz="980">
                <a:solidFill>
                  <a:srgbClr val="000000"/>
                </a:solidFill>
              </a:rPr>
              <a:t> + Δ</a:t>
            </a:r>
            <a:r>
              <a:rPr sz="980" baseline="-20000">
                <a:solidFill>
                  <a:srgbClr val="000000"/>
                </a:solidFill>
              </a:rPr>
              <a:t>driver</a:t>
            </a:r>
            <a:r>
              <a:rPr sz="980">
                <a:solidFill>
                  <a:srgbClr val="000000"/>
                </a:solidFill>
              </a:rPr>
              <a:t> + Δ</a:t>
            </a:r>
            <a:r>
              <a:rPr sz="980" baseline="-20000">
                <a:solidFill>
                  <a:srgbClr val="000000"/>
                </a:solidFill>
              </a:rPr>
              <a:t>thermo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Weather: +0.0 s (Clear) / +0.3 s (Rain) / +0.5 s (Fog)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EAR (Eye Aspect Ratio) &lt; 0.25 for &gt;2 s  →  DROWSY (+0.5 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3337560"/>
            <a:ext cx="294436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07070"/>
                </a:solidFill>
              </a:rPr>
              <a:t>BEV Radar &amp; Performance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Worst case (Fog + Drowsy + Faded brakes): threshold = 3.5 s (+133%)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BEV: Z = f·H</a:t>
            </a:r>
            <a:r>
              <a:rPr sz="980" baseline="-20000">
                <a:solidFill>
                  <a:srgbClr val="000000"/>
                </a:solidFill>
              </a:rPr>
              <a:t>real</a:t>
            </a:r>
            <a:r>
              <a:rPr sz="980">
                <a:solidFill>
                  <a:srgbClr val="000000"/>
                </a:solidFill>
              </a:rPr>
              <a:t>/H</a:t>
            </a:r>
            <a:r>
              <a:rPr sz="980" baseline="-20000">
                <a:solidFill>
                  <a:srgbClr val="000000"/>
                </a:solidFill>
              </a:rPr>
              <a:t>px</a:t>
            </a:r>
            <a:r>
              <a:rPr sz="980">
                <a:solidFill>
                  <a:srgbClr val="000000"/>
                </a:solidFill>
              </a:rPr>
              <a:t>;  X = (c</a:t>
            </a:r>
            <a:r>
              <a:rPr sz="980" baseline="-20000">
                <a:solidFill>
                  <a:srgbClr val="000000"/>
                </a:solidFill>
              </a:rPr>
              <a:t>x</a:t>
            </a:r>
            <a:r>
              <a:rPr sz="980">
                <a:solidFill>
                  <a:srgbClr val="000000"/>
                </a:solidFill>
              </a:rPr>
              <a:t>−c</a:t>
            </a:r>
            <a:r>
              <a:rPr sz="980" baseline="-20000">
                <a:solidFill>
                  <a:srgbClr val="000000"/>
                </a:solidFill>
              </a:rPr>
              <a:t>x₀</a:t>
            </a:r>
            <a:r>
              <a:rPr sz="980">
                <a:solidFill>
                  <a:srgbClr val="000000"/>
                </a:solidFill>
              </a:rPr>
              <a:t>)·Z/f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TTC: Green &gt;4 s (SAFE) | Yellow 2–4 s | Red &lt;2 s (AEB)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ID:3 at 8 m — TTC=1.5 s  →  CRITICAL / AEB TRIGGERED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ID:2 at 13 m — TTC=2.6 s  →  WARNING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ID:5 at 15 m — TTC=3.0 s  →  WARNING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ID:1 at 23 m — TTC=4.6 s  →  SAFE</a:t>
            </a:r>
          </a:p>
        </p:txBody>
      </p:sp>
    </p:spTree>
    <p:extLst>
      <p:ext uri="{BB962C8B-B14F-4D97-AF65-F5344CB8AC3E}">
        <p14:creationId xmlns:p14="http://schemas.microsoft.com/office/powerpoint/2010/main" val="3251168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20CBD-8FEB-6496-FE28-F9E5959CA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BBD6B-6564-DF73-9195-AFC7475FE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53" y="252774"/>
            <a:ext cx="7924659" cy="415940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RESULTS AND DISCUSSION: EURO NCAP VALIDATION AND IMPACT BIOMECHANICS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670C7-B3FB-D8E0-6179-E4E4B85CEA5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61872"/>
            <a:ext cx="5669280" cy="4069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89320" y="1261872"/>
            <a:ext cx="294436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07070"/>
                </a:solidFill>
              </a:rPr>
              <a:t>NCAP Scenarios &amp; HIC Model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4 Euro NCAP scenarios: CPFA (Farside Adult), CPNA (Nearside Adult), CPNC (Child, parked car), CPLA (Longitudinal)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Test matrix: 20/30/40/50/60 km/h — 20 speed-scenario combinations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HIC = t</a:t>
            </a:r>
            <a:r>
              <a:rPr sz="980" baseline="-20000">
                <a:solidFill>
                  <a:srgbClr val="000000"/>
                </a:solidFill>
              </a:rPr>
              <a:t>c</a:t>
            </a:r>
            <a:r>
              <a:rPr sz="980">
                <a:solidFill>
                  <a:srgbClr val="000000"/>
                </a:solidFill>
              </a:rPr>
              <a:t> × (a</a:t>
            </a:r>
            <a:r>
              <a:rPr sz="980" baseline="-20000">
                <a:solidFill>
                  <a:srgbClr val="000000"/>
                </a:solidFill>
              </a:rPr>
              <a:t>peak</a:t>
            </a:r>
            <a:r>
              <a:rPr sz="980">
                <a:solidFill>
                  <a:srgbClr val="000000"/>
                </a:solidFill>
              </a:rPr>
              <a:t>/g)</a:t>
            </a:r>
            <a:r>
              <a:rPr sz="980" baseline="25000">
                <a:solidFill>
                  <a:srgbClr val="000000"/>
                </a:solidFill>
              </a:rPr>
              <a:t>2.5</a:t>
            </a:r>
            <a:r>
              <a:rPr sz="980">
                <a:solidFill>
                  <a:srgbClr val="000000"/>
                </a:solidFill>
              </a:rPr>
              <a:t>;  t</a:t>
            </a:r>
            <a:r>
              <a:rPr sz="980" baseline="-20000">
                <a:solidFill>
                  <a:srgbClr val="000000"/>
                </a:solidFill>
              </a:rPr>
              <a:t>c</a:t>
            </a:r>
            <a:r>
              <a:rPr sz="980">
                <a:solidFill>
                  <a:srgbClr val="000000"/>
                </a:solidFill>
              </a:rPr>
              <a:t> = π√(m/k);  a</a:t>
            </a:r>
            <a:r>
              <a:rPr sz="980" baseline="-20000">
                <a:solidFill>
                  <a:srgbClr val="000000"/>
                </a:solidFill>
              </a:rPr>
              <a:t>peak</a:t>
            </a:r>
            <a:r>
              <a:rPr sz="980">
                <a:solidFill>
                  <a:srgbClr val="000000"/>
                </a:solidFill>
              </a:rPr>
              <a:t> = πv / 2t</a:t>
            </a:r>
            <a:r>
              <a:rPr sz="980" baseline="-20000">
                <a:solidFill>
                  <a:srgbClr val="000000"/>
                </a:solidFill>
              </a:rPr>
              <a:t>c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AIS: 1=Minor  2=Moderate  3=Serious  4=Severe  5=Critical  6=Fatal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3337560"/>
            <a:ext cx="294436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07070"/>
                </a:solidFill>
              </a:rPr>
              <a:t>Validation Results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100% NCAP pass rate at 20–30 km/h across all 4 scenarios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CPNC (child, parked car, 20 m range) — binding constraint at 30 km/h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CPLA (straight-line adult) — PASS at all speeds up to 60 km/h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HIC at 20 km/h ≈ 45  →  AIS 1 (Minor)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HIC at 50 km/h ≈ 2,200  →  AIS 5 (Critical)</a:t>
            </a:r>
          </a:p>
          <a:p>
            <a:pPr>
              <a:spcBef>
                <a:spcPts val="300"/>
              </a:spcBef>
            </a:pPr>
            <a:r>
              <a:rPr sz="980">
                <a:solidFill>
                  <a:srgbClr val="000000"/>
                </a:solidFill>
              </a:rPr>
              <a:t>▪  AEB 50→30 km/h: HIC 2,200→280 — 8× reduction, AIS 5→2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376672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05050"/>
                </a:solidFill>
              </a:rPr>
              <a:t>CPNC (child behind parked car, 20 m detection range) is the binding constraint; consistent with published monocular-camera AEB limits.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5897880"/>
            <a:ext cx="5669280" cy="512064"/>
          </a:xfrm>
          <a:prstGeom prst="rect">
            <a:avLst/>
          </a:prstGeom>
          <a:solidFill>
            <a:srgbClr val="006A6A"/>
          </a:solidFill>
        </p:spPr>
        <p:txBody>
          <a:bodyPr wrap="square" lIns="63500" rIns="63500" tIns="38100" bIns="38100">
            <a:spAutoFit/>
          </a:bodyPr>
          <a:lstStyle/>
          <a:p>
            <a:pPr algn="ctr"/>
            <a:r>
              <a:rPr sz="900" b="1">
                <a:solidFill>
                  <a:srgbClr val="E8FFFF"/>
                </a:solidFill>
              </a:rPr>
              <a:t>HIC = t</a:t>
            </a:r>
            <a:r>
              <a:rPr sz="900" b="1" baseline="-20000">
                <a:solidFill>
                  <a:srgbClr val="E8FFFF"/>
                </a:solidFill>
              </a:rPr>
              <a:t>c</a:t>
            </a:r>
            <a:r>
              <a:rPr sz="900" b="1">
                <a:solidFill>
                  <a:srgbClr val="E8FFFF"/>
                </a:solidFill>
              </a:rPr>
              <a:t> × (a</a:t>
            </a:r>
            <a:r>
              <a:rPr sz="900" b="1" baseline="-20000">
                <a:solidFill>
                  <a:srgbClr val="E8FFFF"/>
                </a:solidFill>
              </a:rPr>
              <a:t>peak</a:t>
            </a:r>
            <a:r>
              <a:rPr sz="900" b="1">
                <a:solidFill>
                  <a:srgbClr val="E8FFFF"/>
                </a:solidFill>
              </a:rPr>
              <a:t> / g)</a:t>
            </a:r>
            <a:r>
              <a:rPr sz="900" b="1" baseline="25000">
                <a:solidFill>
                  <a:srgbClr val="E8FFFF"/>
                </a:solidFill>
              </a:rPr>
              <a:t>2.5</a:t>
            </a:r>
            <a:r>
              <a:rPr sz="900" b="1">
                <a:solidFill>
                  <a:srgbClr val="E8FFFF"/>
                </a:solidFill>
              </a:rPr>
              <a:t>   |   WAD = Wrap-Around Distance from bumper</a:t>
            </a:r>
            <a:r>
              <a:rPr sz="900" b="1">
                <a:solidFill>
                  <a:srgbClr val="E8FFFF"/>
                </a:solidFill>
              </a:rPr>
              <a:t>   |   AIS: 1=Minor  2=Moderate  3=Serious  4=Severe  5=Critical  6=Fatal</a:t>
            </a:r>
          </a:p>
        </p:txBody>
      </p:sp>
    </p:spTree>
    <p:extLst>
      <p:ext uri="{BB962C8B-B14F-4D97-AF65-F5344CB8AC3E}">
        <p14:creationId xmlns:p14="http://schemas.microsoft.com/office/powerpoint/2010/main" val="4072166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CB587-AB02-B20C-D080-8AEFF9D46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5E26D-D2EB-DA10-73F5-19C97085A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53" y="252774"/>
            <a:ext cx="7924659" cy="415940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Results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BEA6-A7BF-834D-17F0-5A5EAD2843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545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8DEDF-E791-E94F-0D62-5D2EC71BE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59A57-96C4-A994-5A83-C5DCF2674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53" y="252774"/>
            <a:ext cx="7924659" cy="415940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AAC21-BE05-7F02-96A7-C81F3947DA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01168" y="1280160"/>
            <a:ext cx="4206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30" b="1">
                <a:solidFill>
                  <a:srgbClr val="007070"/>
                </a:solidFill>
              </a:rPr>
              <a:t>1.  </a:t>
            </a:r>
            <a:r>
              <a:rPr sz="1030" b="1">
                <a:solidFill>
                  <a:srgbClr val="007070"/>
                </a:solidFill>
              </a:rPr>
              <a:t>Physics Validated</a:t>
            </a:r>
          </a:p>
          <a:p>
            <a:pPr>
              <a:spcBef>
                <a:spcPts val="100"/>
              </a:spcBef>
            </a:pPr>
            <a:r>
              <a:rPr sz="980" b="0">
                <a:solidFill>
                  <a:srgbClr val="000000"/>
                </a:solidFill>
              </a:rPr>
              <a:t>    Pacejka + ABS model matches reference stopping distances within 5%; kinematic d = v²/2a underestimates by 15–30% — unsafe for AEB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2331720"/>
            <a:ext cx="4206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30" b="1">
                <a:solidFill>
                  <a:srgbClr val="007070"/>
                </a:solidFill>
              </a:rPr>
              <a:t>2.  </a:t>
            </a:r>
            <a:r>
              <a:rPr sz="1030" b="1">
                <a:solidFill>
                  <a:srgbClr val="007070"/>
                </a:solidFill>
              </a:rPr>
              <a:t>Brake Fade Captured</a:t>
            </a:r>
          </a:p>
          <a:p>
            <a:pPr>
              <a:spcBef>
                <a:spcPts val="100"/>
              </a:spcBef>
            </a:pPr>
            <a:r>
              <a:rPr sz="980" b="0">
                <a:solidFill>
                  <a:srgbClr val="000000"/>
                </a:solidFill>
              </a:rPr>
              <a:t>    6 panic stops → rotor 428°C; friction −28%; AEB needs +0.19 s extra lead time — absent from all commercial kinematic AEB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3383280"/>
            <a:ext cx="4206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30" b="1">
                <a:solidFill>
                  <a:srgbClr val="007070"/>
                </a:solidFill>
              </a:rPr>
              <a:t>3.  </a:t>
            </a:r>
            <a:r>
              <a:rPr sz="1030" b="1">
                <a:solidFill>
                  <a:srgbClr val="007070"/>
                </a:solidFill>
              </a:rPr>
              <a:t>Euro NCAP Compliance</a:t>
            </a:r>
          </a:p>
          <a:p>
            <a:pPr>
              <a:spcBef>
                <a:spcPts val="100"/>
              </a:spcBef>
            </a:pPr>
            <a:r>
              <a:rPr sz="980" b="0">
                <a:solidFill>
                  <a:srgbClr val="000000"/>
                </a:solidFill>
              </a:rPr>
              <a:t>    100% pass rate at 20–30 km/h across all 4 scenarios; CPNC (child, parked car) is the binding constraint at higher speeds.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44568" y="1280160"/>
            <a:ext cx="4206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30" b="1">
                <a:solidFill>
                  <a:srgbClr val="007070"/>
                </a:solidFill>
              </a:rPr>
              <a:t>4.  </a:t>
            </a:r>
            <a:r>
              <a:rPr sz="1030" b="1">
                <a:solidFill>
                  <a:srgbClr val="007070"/>
                </a:solidFill>
              </a:rPr>
              <a:t>Adaptive AEB Threshold</a:t>
            </a:r>
          </a:p>
          <a:p>
            <a:pPr>
              <a:spcBef>
                <a:spcPts val="100"/>
              </a:spcBef>
            </a:pPr>
            <a:r>
              <a:rPr sz="980" b="0">
                <a:solidFill>
                  <a:srgbClr val="000000"/>
                </a:solidFill>
              </a:rPr>
              <a:t>    TTC trigger scales 1.5 s → 3.5 s (+133%) under worst-case fog + drowsy driver + faded brakes; validated across all scenarios.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4568" y="2331720"/>
            <a:ext cx="4206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30" b="1">
                <a:solidFill>
                  <a:srgbClr val="007070"/>
                </a:solidFill>
              </a:rPr>
              <a:t>5.  </a:t>
            </a:r>
            <a:r>
              <a:rPr sz="1030" b="1">
                <a:solidFill>
                  <a:srgbClr val="007070"/>
                </a:solidFill>
              </a:rPr>
              <a:t>Injury Reduction  8×</a:t>
            </a:r>
          </a:p>
          <a:p>
            <a:pPr>
              <a:spcBef>
                <a:spcPts val="100"/>
              </a:spcBef>
            </a:pPr>
            <a:r>
              <a:rPr sz="980" b="0">
                <a:solidFill>
                  <a:srgbClr val="000000"/>
                </a:solidFill>
              </a:rPr>
              <a:t>    Partial braking 50→30 km/h cuts HIC 2,200→280, dropping AIS from 5 (Critical) to 2 (Moderate). Life-saving without full avoidance.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3383280"/>
            <a:ext cx="4206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30" b="1">
                <a:solidFill>
                  <a:srgbClr val="007070"/>
                </a:solidFill>
              </a:rPr>
              <a:t>6.  </a:t>
            </a:r>
            <a:r>
              <a:rPr sz="1030" b="1">
                <a:solidFill>
                  <a:srgbClr val="007070"/>
                </a:solidFill>
              </a:rPr>
              <a:t>Real-Time BEV Radar</a:t>
            </a:r>
          </a:p>
          <a:p>
            <a:pPr>
              <a:spcBef>
                <a:spcPts val="100"/>
              </a:spcBef>
            </a:pPr>
            <a:r>
              <a:rPr sz="980" b="0">
                <a:solidFill>
                  <a:srgbClr val="000000"/>
                </a:solidFill>
              </a:rPr>
              <a:t>    Single monocular camera → 3D top-down spatial map via pinhole depth; TTC-coloured pedestrian tracks at 15–20 fps, proven ADAS format.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4297680"/>
            <a:ext cx="8732520" cy="457200"/>
          </a:xfrm>
          <a:prstGeom prst="rect">
            <a:avLst/>
          </a:prstGeom>
          <a:solidFill>
            <a:srgbClr val="006A6A"/>
          </a:solidFill>
        </p:spPr>
        <p:txBody>
          <a:bodyPr wrap="square" lIns="63500" rIns="63500" tIns="38100" bIns="38100">
            <a:spAutoFit/>
          </a:bodyPr>
          <a:lstStyle/>
          <a:p>
            <a:pPr algn="ctr"/>
            <a:r>
              <a:rPr sz="850" b="1">
                <a:solidFill>
                  <a:srgbClr val="E8FFFF"/>
                </a:solidFill>
              </a:rPr>
              <a:t>d</a:t>
            </a:r>
            <a:r>
              <a:rPr sz="850" b="1" baseline="-20000">
                <a:solidFill>
                  <a:srgbClr val="E8FFFF"/>
                </a:solidFill>
              </a:rPr>
              <a:t>stop</a:t>
            </a:r>
            <a:r>
              <a:rPr sz="850" b="1">
                <a:solidFill>
                  <a:srgbClr val="E8FFFF"/>
                </a:solidFill>
              </a:rPr>
              <a:t> = v</a:t>
            </a:r>
            <a:r>
              <a:rPr sz="850" b="1" baseline="25000">
                <a:solidFill>
                  <a:srgbClr val="E8FFFF"/>
                </a:solidFill>
              </a:rPr>
              <a:t>2</a:t>
            </a:r>
            <a:r>
              <a:rPr sz="850" b="1">
                <a:solidFill>
                  <a:srgbClr val="E8FFFF"/>
                </a:solidFill>
              </a:rPr>
              <a:t>/2μg</a:t>
            </a:r>
            <a:r>
              <a:rPr sz="850" b="1">
                <a:solidFill>
                  <a:srgbClr val="E8FFFF"/>
                </a:solidFill>
              </a:rPr>
              <a:t>   |   TTC = d / v</a:t>
            </a:r>
            <a:r>
              <a:rPr sz="850" b="1" baseline="-20000">
                <a:solidFill>
                  <a:srgbClr val="E8FFFF"/>
                </a:solidFill>
              </a:rPr>
              <a:t>rel</a:t>
            </a:r>
            <a:r>
              <a:rPr sz="850" b="1">
                <a:solidFill>
                  <a:srgbClr val="E8FFFF"/>
                </a:solidFill>
              </a:rPr>
              <a:t>   |   ΔT = ½m·v</a:t>
            </a:r>
            <a:r>
              <a:rPr sz="850" b="1" baseline="25000">
                <a:solidFill>
                  <a:srgbClr val="E8FFFF"/>
                </a:solidFill>
              </a:rPr>
              <a:t>2</a:t>
            </a:r>
            <a:r>
              <a:rPr sz="850" b="1">
                <a:solidFill>
                  <a:srgbClr val="E8FFFF"/>
                </a:solidFill>
              </a:rPr>
              <a:t>/(m</a:t>
            </a:r>
            <a:r>
              <a:rPr sz="850" b="1" baseline="-20000">
                <a:solidFill>
                  <a:srgbClr val="E8FFFF"/>
                </a:solidFill>
              </a:rPr>
              <a:t>r</a:t>
            </a:r>
            <a:r>
              <a:rPr sz="850" b="1">
                <a:solidFill>
                  <a:srgbClr val="E8FFFF"/>
                </a:solidFill>
              </a:rPr>
              <a:t>·c</a:t>
            </a:r>
            <a:r>
              <a:rPr sz="850" b="1" baseline="-20000">
                <a:solidFill>
                  <a:srgbClr val="E8FFFF"/>
                </a:solidFill>
              </a:rPr>
              <a:t>p</a:t>
            </a:r>
            <a:r>
              <a:rPr sz="850" b="1">
                <a:solidFill>
                  <a:srgbClr val="E8FFFF"/>
                </a:solidFill>
              </a:rPr>
              <a:t>)</a:t>
            </a:r>
            <a:r>
              <a:rPr sz="850" b="1">
                <a:solidFill>
                  <a:srgbClr val="E8FFFF"/>
                </a:solidFill>
              </a:rPr>
              <a:t>   |   HIC = t</a:t>
            </a:r>
            <a:r>
              <a:rPr sz="850" b="1" baseline="-20000">
                <a:solidFill>
                  <a:srgbClr val="E8FFFF"/>
                </a:solidFill>
              </a:rPr>
              <a:t>c</a:t>
            </a:r>
            <a:r>
              <a:rPr sz="850" b="1">
                <a:solidFill>
                  <a:srgbClr val="E8FFFF"/>
                </a:solidFill>
              </a:rPr>
              <a:t>·(a</a:t>
            </a:r>
            <a:r>
              <a:rPr sz="850" b="1" baseline="-20000">
                <a:solidFill>
                  <a:srgbClr val="E8FFFF"/>
                </a:solidFill>
              </a:rPr>
              <a:t>peak</a:t>
            </a:r>
            <a:r>
              <a:rPr sz="850" b="1">
                <a:solidFill>
                  <a:srgbClr val="E8FFFF"/>
                </a:solidFill>
              </a:rPr>
              <a:t>/g)</a:t>
            </a:r>
            <a:r>
              <a:rPr sz="850" b="1" baseline="25000">
                <a:solidFill>
                  <a:srgbClr val="E8FFFF"/>
                </a:solidFill>
              </a:rPr>
              <a:t>2.5</a:t>
            </a:r>
            <a:r>
              <a:rPr sz="850" b="1">
                <a:solidFill>
                  <a:srgbClr val="E8FFFF"/>
                </a:solidFill>
              </a:rPr>
              <a:t>   |   Threshold = 1.5 + Δ</a:t>
            </a:r>
            <a:r>
              <a:rPr sz="850" b="1" baseline="-20000">
                <a:solidFill>
                  <a:srgbClr val="E8FFFF"/>
                </a:solidFill>
              </a:rPr>
              <a:t>w</a:t>
            </a:r>
            <a:r>
              <a:rPr sz="850" b="1">
                <a:solidFill>
                  <a:srgbClr val="E8FFFF"/>
                </a:solidFill>
              </a:rPr>
              <a:t> + Δ</a:t>
            </a:r>
            <a:r>
              <a:rPr sz="850" b="1" baseline="-20000">
                <a:solidFill>
                  <a:srgbClr val="E8FFFF"/>
                </a:solidFill>
              </a:rPr>
              <a:t>d</a:t>
            </a:r>
            <a:r>
              <a:rPr sz="850" b="1">
                <a:solidFill>
                  <a:srgbClr val="E8FFFF"/>
                </a:solidFill>
              </a:rPr>
              <a:t> + Δ</a:t>
            </a:r>
            <a:r>
              <a:rPr sz="850" b="1" baseline="-20000">
                <a:solidFill>
                  <a:srgbClr val="E8FFFF"/>
                </a:solidFill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4846320"/>
            <a:ext cx="8732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07070"/>
                </a:solidFill>
              </a:rPr>
              <a:t>Future Work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00000"/>
                </a:solidFill>
              </a:rPr>
              <a:t>▪  Stereo / short-range radar fusion → extend CPNC detection range for NCAP compliance at 40 km/h.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00000"/>
                </a:solidFill>
              </a:rPr>
              <a:t>▪  ResNet-18 weather classifier on BDD100K (target ≥ 95%) to replace heuristic fallback.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00000"/>
                </a:solidFill>
              </a:rPr>
              <a:t>▪  NVIDIA Jetson Orin on-vehicle deployment: BEV Radar + adaptive AEB at 30 fps in mixed traffic.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00000"/>
                </a:solidFill>
              </a:rPr>
              <a:t>▪  Kalman-filtered pedestrian velocity for accurate TTC beyond the constant-speed assumption.</a:t>
            </a:r>
          </a:p>
        </p:txBody>
      </p:sp>
    </p:spTree>
    <p:extLst>
      <p:ext uri="{BB962C8B-B14F-4D97-AF65-F5344CB8AC3E}">
        <p14:creationId xmlns:p14="http://schemas.microsoft.com/office/powerpoint/2010/main" val="2805734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167977639"/>
      </p:ext>
    </p:extLst>
  </p:cSld>
  <p:clrMapOvr>
    <a:masterClrMapping/>
  </p:clrMapOvr>
</p:sld>
</file>

<file path=ppt/theme/theme1.xml><?xml version="1.0" encoding="utf-8"?>
<a:theme xmlns:a="http://schemas.openxmlformats.org/drawingml/2006/main" name="IITR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2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ITR_template_sudiproy.pptx" id="{E7BE3218-A97E-4E6F-BE9F-92D6192B2CD5}" vid="{3EDE8FBA-E8F1-4B0B-AEA8-7DC234A91AE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IITR_template_sudiproy</Template>
  <TotalTime>263</TotalTime>
  <Words>161</Words>
  <Application>Microsoft Macintosh PowerPoint</Application>
  <PresentationFormat>On-screen Show (4:3)</PresentationFormat>
  <Paragraphs>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Franklin Gothic Demi</vt:lpstr>
      <vt:lpstr>Wingdings</vt:lpstr>
      <vt:lpstr>IITR_PPT_Template</vt:lpstr>
      <vt:lpstr>&lt;&lt;Title of your Presentation&gt;&gt;</vt:lpstr>
      <vt:lpstr>Introduction</vt:lpstr>
      <vt:lpstr>MOTIVATION AND OBJECTIVE</vt:lpstr>
      <vt:lpstr>Objectives &amp; member roles</vt:lpstr>
      <vt:lpstr>COMPUTATIONAL MODEL</vt:lpstr>
      <vt:lpstr>BOUNDARY CONDITIONS</vt:lpstr>
      <vt:lpstr>NUMERICAL METHODOLOGY</vt:lpstr>
      <vt:lpstr>GRID INDEPENDENCE TEST</vt:lpstr>
      <vt:lpstr>VALIDATION</vt:lpstr>
      <vt:lpstr>Results AND DISCUSSION</vt:lpstr>
      <vt:lpstr>conclusions</vt:lpstr>
      <vt:lpstr>Thank You!</vt:lpstr>
    </vt:vector>
  </TitlesOfParts>
  <Manager>Dr. Sudip Roy</Manager>
  <Company>IIT Roorkee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IITR PPT Template</dc:subject>
  <dc:creator>Dr. Sudip Roy</dc:creator>
  <cp:lastModifiedBy>Alankrita  Singh</cp:lastModifiedBy>
  <cp:revision>64</cp:revision>
  <dcterms:created xsi:type="dcterms:W3CDTF">2015-07-18T13:17:54Z</dcterms:created>
  <dcterms:modified xsi:type="dcterms:W3CDTF">2026-01-28T10:05:24Z</dcterms:modified>
  <cp:version>v1</cp:version>
</cp:coreProperties>
</file>